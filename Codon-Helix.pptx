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4AD387-E261-4E2C-88A4-BC821D42B10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225EEA0-B3A4-450B-91F6-97D75FAE9E6D}">
      <dgm:prSet/>
      <dgm:spPr/>
      <dgm:t>
        <a:bodyPr/>
        <a:lstStyle/>
        <a:p>
          <a:r>
            <a:rPr lang="en-US" b="0" i="0" baseline="0"/>
            <a:t>DNA data is growing very fast due to genome sequencing.</a:t>
          </a:r>
          <a:endParaRPr lang="en-US"/>
        </a:p>
      </dgm:t>
    </dgm:pt>
    <dgm:pt modelId="{EA93A2EA-8B58-479A-A926-C56EBBCC3585}" type="parTrans" cxnId="{B5BD6757-F5F0-4DC0-91CF-63392A5F659A}">
      <dgm:prSet/>
      <dgm:spPr/>
      <dgm:t>
        <a:bodyPr/>
        <a:lstStyle/>
        <a:p>
          <a:endParaRPr lang="en-US"/>
        </a:p>
      </dgm:t>
    </dgm:pt>
    <dgm:pt modelId="{0A9CE1B6-8B69-4206-BB7E-62E6D0ECC8A1}" type="sibTrans" cxnId="{B5BD6757-F5F0-4DC0-91CF-63392A5F659A}">
      <dgm:prSet/>
      <dgm:spPr/>
      <dgm:t>
        <a:bodyPr/>
        <a:lstStyle/>
        <a:p>
          <a:endParaRPr lang="en-US"/>
        </a:p>
      </dgm:t>
    </dgm:pt>
    <dgm:pt modelId="{4E871054-6E53-4DB8-AD4F-E3DD02E62F01}">
      <dgm:prSet/>
      <dgm:spPr/>
      <dgm:t>
        <a:bodyPr/>
        <a:lstStyle/>
        <a:p>
          <a:r>
            <a:rPr lang="en-US" b="0" i="0" baseline="0"/>
            <a:t>Storing, transferring, and analyzing DNA requires huge space.</a:t>
          </a:r>
          <a:endParaRPr lang="en-US"/>
        </a:p>
      </dgm:t>
    </dgm:pt>
    <dgm:pt modelId="{86F38410-D77A-4FFD-B6DA-1B6BBBC26802}" type="parTrans" cxnId="{E6918E3E-B8EE-4371-921D-E4175F5993DD}">
      <dgm:prSet/>
      <dgm:spPr/>
      <dgm:t>
        <a:bodyPr/>
        <a:lstStyle/>
        <a:p>
          <a:endParaRPr lang="en-US"/>
        </a:p>
      </dgm:t>
    </dgm:pt>
    <dgm:pt modelId="{6753EE2B-2189-41FA-BF8E-14CD9E1D7B4F}" type="sibTrans" cxnId="{E6918E3E-B8EE-4371-921D-E4175F5993DD}">
      <dgm:prSet/>
      <dgm:spPr/>
      <dgm:t>
        <a:bodyPr/>
        <a:lstStyle/>
        <a:p>
          <a:endParaRPr lang="en-US"/>
        </a:p>
      </dgm:t>
    </dgm:pt>
    <dgm:pt modelId="{066A6EC9-8579-4FA8-B1DC-14F473414510}">
      <dgm:prSet/>
      <dgm:spPr/>
      <dgm:t>
        <a:bodyPr/>
        <a:lstStyle/>
        <a:p>
          <a:r>
            <a:rPr lang="en-US" b="0" i="0" baseline="0"/>
            <a:t>Normal compression tools (ZIP, GZIP) are </a:t>
          </a:r>
          <a:r>
            <a:rPr lang="en-US" b="1" i="0" baseline="0"/>
            <a:t>not optimized</a:t>
          </a:r>
          <a:r>
            <a:rPr lang="en-US" b="0" i="0" baseline="0"/>
            <a:t> for DNA.</a:t>
          </a:r>
          <a:endParaRPr lang="en-US"/>
        </a:p>
      </dgm:t>
    </dgm:pt>
    <dgm:pt modelId="{CE6F236C-39BA-45D4-A0FD-2408FD2DC9D9}" type="parTrans" cxnId="{A61A8BC7-87A4-4448-876D-6FFDABEF104C}">
      <dgm:prSet/>
      <dgm:spPr/>
      <dgm:t>
        <a:bodyPr/>
        <a:lstStyle/>
        <a:p>
          <a:endParaRPr lang="en-US"/>
        </a:p>
      </dgm:t>
    </dgm:pt>
    <dgm:pt modelId="{67FD556D-3A1D-44B0-96A8-63F0A5B70BE7}" type="sibTrans" cxnId="{A61A8BC7-87A4-4448-876D-6FFDABEF104C}">
      <dgm:prSet/>
      <dgm:spPr/>
      <dgm:t>
        <a:bodyPr/>
        <a:lstStyle/>
        <a:p>
          <a:endParaRPr lang="en-US"/>
        </a:p>
      </dgm:t>
    </dgm:pt>
    <dgm:pt modelId="{487FE49E-13C0-4992-8179-685CC7B870DA}">
      <dgm:prSet/>
      <dgm:spPr/>
      <dgm:t>
        <a:bodyPr/>
        <a:lstStyle/>
        <a:p>
          <a:r>
            <a:rPr lang="en-US" b="0" i="0" baseline="0"/>
            <a:t>Specialized algorithms can exploit biological patterns to compress better.</a:t>
          </a:r>
          <a:endParaRPr lang="en-US"/>
        </a:p>
      </dgm:t>
    </dgm:pt>
    <dgm:pt modelId="{75D77515-6EA1-492F-9F7D-B5B142C15728}" type="parTrans" cxnId="{B11AE836-B9EF-4997-8588-44CC4B9A2B2E}">
      <dgm:prSet/>
      <dgm:spPr/>
      <dgm:t>
        <a:bodyPr/>
        <a:lstStyle/>
        <a:p>
          <a:endParaRPr lang="en-US"/>
        </a:p>
      </dgm:t>
    </dgm:pt>
    <dgm:pt modelId="{A1FD5FB3-DC77-49DB-AFD6-DBE330473F96}" type="sibTrans" cxnId="{B11AE836-B9EF-4997-8588-44CC4B9A2B2E}">
      <dgm:prSet/>
      <dgm:spPr/>
      <dgm:t>
        <a:bodyPr/>
        <a:lstStyle/>
        <a:p>
          <a:endParaRPr lang="en-US"/>
        </a:p>
      </dgm:t>
    </dgm:pt>
    <dgm:pt modelId="{B4C21EE2-9395-4B0E-9272-F49ADBA54E53}" type="pres">
      <dgm:prSet presAssocID="{034AD387-E261-4E2C-88A4-BC821D42B107}" presName="vert0" presStyleCnt="0">
        <dgm:presLayoutVars>
          <dgm:dir/>
          <dgm:animOne val="branch"/>
          <dgm:animLvl val="lvl"/>
        </dgm:presLayoutVars>
      </dgm:prSet>
      <dgm:spPr/>
    </dgm:pt>
    <dgm:pt modelId="{21DB3B3F-7DE2-4F60-B098-4D4D90A914F2}" type="pres">
      <dgm:prSet presAssocID="{E225EEA0-B3A4-450B-91F6-97D75FAE9E6D}" presName="thickLine" presStyleLbl="alignNode1" presStyleIdx="0" presStyleCnt="4"/>
      <dgm:spPr/>
    </dgm:pt>
    <dgm:pt modelId="{0872F0A3-93F9-4104-8180-C0F53A4C9921}" type="pres">
      <dgm:prSet presAssocID="{E225EEA0-B3A4-450B-91F6-97D75FAE9E6D}" presName="horz1" presStyleCnt="0"/>
      <dgm:spPr/>
    </dgm:pt>
    <dgm:pt modelId="{ADC16CD5-7112-4176-9169-CD0F59EA0D2C}" type="pres">
      <dgm:prSet presAssocID="{E225EEA0-B3A4-450B-91F6-97D75FAE9E6D}" presName="tx1" presStyleLbl="revTx" presStyleIdx="0" presStyleCnt="4"/>
      <dgm:spPr/>
    </dgm:pt>
    <dgm:pt modelId="{435D2108-668E-49B4-87CC-23ECD1725247}" type="pres">
      <dgm:prSet presAssocID="{E225EEA0-B3A4-450B-91F6-97D75FAE9E6D}" presName="vert1" presStyleCnt="0"/>
      <dgm:spPr/>
    </dgm:pt>
    <dgm:pt modelId="{9CE3FF51-8F82-439D-A7BB-070899E2CD70}" type="pres">
      <dgm:prSet presAssocID="{4E871054-6E53-4DB8-AD4F-E3DD02E62F01}" presName="thickLine" presStyleLbl="alignNode1" presStyleIdx="1" presStyleCnt="4"/>
      <dgm:spPr/>
    </dgm:pt>
    <dgm:pt modelId="{A3150B83-70D0-4023-B426-EAF28F98E280}" type="pres">
      <dgm:prSet presAssocID="{4E871054-6E53-4DB8-AD4F-E3DD02E62F01}" presName="horz1" presStyleCnt="0"/>
      <dgm:spPr/>
    </dgm:pt>
    <dgm:pt modelId="{A6B15AAF-F42A-48A6-8FD5-A1B6BD63DDF7}" type="pres">
      <dgm:prSet presAssocID="{4E871054-6E53-4DB8-AD4F-E3DD02E62F01}" presName="tx1" presStyleLbl="revTx" presStyleIdx="1" presStyleCnt="4"/>
      <dgm:spPr/>
    </dgm:pt>
    <dgm:pt modelId="{5FBE99FB-ACFA-4D2D-82F7-718899B3C645}" type="pres">
      <dgm:prSet presAssocID="{4E871054-6E53-4DB8-AD4F-E3DD02E62F01}" presName="vert1" presStyleCnt="0"/>
      <dgm:spPr/>
    </dgm:pt>
    <dgm:pt modelId="{5912932C-8880-4F44-AC88-6F2AFC2F6768}" type="pres">
      <dgm:prSet presAssocID="{066A6EC9-8579-4FA8-B1DC-14F473414510}" presName="thickLine" presStyleLbl="alignNode1" presStyleIdx="2" presStyleCnt="4"/>
      <dgm:spPr/>
    </dgm:pt>
    <dgm:pt modelId="{17E277D4-BEFA-48DD-8635-29FEB18B4F96}" type="pres">
      <dgm:prSet presAssocID="{066A6EC9-8579-4FA8-B1DC-14F473414510}" presName="horz1" presStyleCnt="0"/>
      <dgm:spPr/>
    </dgm:pt>
    <dgm:pt modelId="{D83A179E-1B1C-43A2-A998-8C8DF45030E8}" type="pres">
      <dgm:prSet presAssocID="{066A6EC9-8579-4FA8-B1DC-14F473414510}" presName="tx1" presStyleLbl="revTx" presStyleIdx="2" presStyleCnt="4"/>
      <dgm:spPr/>
    </dgm:pt>
    <dgm:pt modelId="{4BCE13D5-82D5-4141-82F4-CBD4782FE2E6}" type="pres">
      <dgm:prSet presAssocID="{066A6EC9-8579-4FA8-B1DC-14F473414510}" presName="vert1" presStyleCnt="0"/>
      <dgm:spPr/>
    </dgm:pt>
    <dgm:pt modelId="{5B4DDF9F-6FE1-4D89-B810-85056CAAE3CF}" type="pres">
      <dgm:prSet presAssocID="{487FE49E-13C0-4992-8179-685CC7B870DA}" presName="thickLine" presStyleLbl="alignNode1" presStyleIdx="3" presStyleCnt="4"/>
      <dgm:spPr/>
    </dgm:pt>
    <dgm:pt modelId="{3BC741CC-100A-4FA4-8591-61431D237E45}" type="pres">
      <dgm:prSet presAssocID="{487FE49E-13C0-4992-8179-685CC7B870DA}" presName="horz1" presStyleCnt="0"/>
      <dgm:spPr/>
    </dgm:pt>
    <dgm:pt modelId="{F2245B31-48FD-4CBE-AC3C-D6D55816277B}" type="pres">
      <dgm:prSet presAssocID="{487FE49E-13C0-4992-8179-685CC7B870DA}" presName="tx1" presStyleLbl="revTx" presStyleIdx="3" presStyleCnt="4"/>
      <dgm:spPr/>
    </dgm:pt>
    <dgm:pt modelId="{0A1948CE-6EFF-4B23-8557-A826C4C22453}" type="pres">
      <dgm:prSet presAssocID="{487FE49E-13C0-4992-8179-685CC7B870DA}" presName="vert1" presStyleCnt="0"/>
      <dgm:spPr/>
    </dgm:pt>
  </dgm:ptLst>
  <dgm:cxnLst>
    <dgm:cxn modelId="{3B31450D-EA55-4527-BCAC-D5A7A63B108D}" type="presOf" srcId="{487FE49E-13C0-4992-8179-685CC7B870DA}" destId="{F2245B31-48FD-4CBE-AC3C-D6D55816277B}" srcOrd="0" destOrd="0" presId="urn:microsoft.com/office/officeart/2008/layout/LinedList"/>
    <dgm:cxn modelId="{1C851E24-D4E1-4F54-9EA5-7AC2A1FF6984}" type="presOf" srcId="{066A6EC9-8579-4FA8-B1DC-14F473414510}" destId="{D83A179E-1B1C-43A2-A998-8C8DF45030E8}" srcOrd="0" destOrd="0" presId="urn:microsoft.com/office/officeart/2008/layout/LinedList"/>
    <dgm:cxn modelId="{396B2E2F-A17B-4442-B1CE-DA96FE50FD4C}" type="presOf" srcId="{034AD387-E261-4E2C-88A4-BC821D42B107}" destId="{B4C21EE2-9395-4B0E-9272-F49ADBA54E53}" srcOrd="0" destOrd="0" presId="urn:microsoft.com/office/officeart/2008/layout/LinedList"/>
    <dgm:cxn modelId="{B11AE836-B9EF-4997-8588-44CC4B9A2B2E}" srcId="{034AD387-E261-4E2C-88A4-BC821D42B107}" destId="{487FE49E-13C0-4992-8179-685CC7B870DA}" srcOrd="3" destOrd="0" parTransId="{75D77515-6EA1-492F-9F7D-B5B142C15728}" sibTransId="{A1FD5FB3-DC77-49DB-AFD6-DBE330473F96}"/>
    <dgm:cxn modelId="{E6918E3E-B8EE-4371-921D-E4175F5993DD}" srcId="{034AD387-E261-4E2C-88A4-BC821D42B107}" destId="{4E871054-6E53-4DB8-AD4F-E3DD02E62F01}" srcOrd="1" destOrd="0" parTransId="{86F38410-D77A-4FFD-B6DA-1B6BBBC26802}" sibTransId="{6753EE2B-2189-41FA-BF8E-14CD9E1D7B4F}"/>
    <dgm:cxn modelId="{B5BD6757-F5F0-4DC0-91CF-63392A5F659A}" srcId="{034AD387-E261-4E2C-88A4-BC821D42B107}" destId="{E225EEA0-B3A4-450B-91F6-97D75FAE9E6D}" srcOrd="0" destOrd="0" parTransId="{EA93A2EA-8B58-479A-A926-C56EBBCC3585}" sibTransId="{0A9CE1B6-8B69-4206-BB7E-62E6D0ECC8A1}"/>
    <dgm:cxn modelId="{9C274C7C-B180-4326-9ACF-8BFE47840A9D}" type="presOf" srcId="{4E871054-6E53-4DB8-AD4F-E3DD02E62F01}" destId="{A6B15AAF-F42A-48A6-8FD5-A1B6BD63DDF7}" srcOrd="0" destOrd="0" presId="urn:microsoft.com/office/officeart/2008/layout/LinedList"/>
    <dgm:cxn modelId="{416B52BD-2625-4DA3-9B0A-32585364A681}" type="presOf" srcId="{E225EEA0-B3A4-450B-91F6-97D75FAE9E6D}" destId="{ADC16CD5-7112-4176-9169-CD0F59EA0D2C}" srcOrd="0" destOrd="0" presId="urn:microsoft.com/office/officeart/2008/layout/LinedList"/>
    <dgm:cxn modelId="{A61A8BC7-87A4-4448-876D-6FFDABEF104C}" srcId="{034AD387-E261-4E2C-88A4-BC821D42B107}" destId="{066A6EC9-8579-4FA8-B1DC-14F473414510}" srcOrd="2" destOrd="0" parTransId="{CE6F236C-39BA-45D4-A0FD-2408FD2DC9D9}" sibTransId="{67FD556D-3A1D-44B0-96A8-63F0A5B70BE7}"/>
    <dgm:cxn modelId="{ADC0845D-A33C-461B-AA2A-794C4DE9E24C}" type="presParOf" srcId="{B4C21EE2-9395-4B0E-9272-F49ADBA54E53}" destId="{21DB3B3F-7DE2-4F60-B098-4D4D90A914F2}" srcOrd="0" destOrd="0" presId="urn:microsoft.com/office/officeart/2008/layout/LinedList"/>
    <dgm:cxn modelId="{C685B871-D403-4FBE-BB71-E1E0E6D27FB6}" type="presParOf" srcId="{B4C21EE2-9395-4B0E-9272-F49ADBA54E53}" destId="{0872F0A3-93F9-4104-8180-C0F53A4C9921}" srcOrd="1" destOrd="0" presId="urn:microsoft.com/office/officeart/2008/layout/LinedList"/>
    <dgm:cxn modelId="{C25092CA-D19C-4678-985E-33C33A9076D3}" type="presParOf" srcId="{0872F0A3-93F9-4104-8180-C0F53A4C9921}" destId="{ADC16CD5-7112-4176-9169-CD0F59EA0D2C}" srcOrd="0" destOrd="0" presId="urn:microsoft.com/office/officeart/2008/layout/LinedList"/>
    <dgm:cxn modelId="{A9490AF1-7A5C-4184-8F61-3B34FCA947CE}" type="presParOf" srcId="{0872F0A3-93F9-4104-8180-C0F53A4C9921}" destId="{435D2108-668E-49B4-87CC-23ECD1725247}" srcOrd="1" destOrd="0" presId="urn:microsoft.com/office/officeart/2008/layout/LinedList"/>
    <dgm:cxn modelId="{C405D76B-9CF2-4E44-9011-7597A9C8FEA0}" type="presParOf" srcId="{B4C21EE2-9395-4B0E-9272-F49ADBA54E53}" destId="{9CE3FF51-8F82-439D-A7BB-070899E2CD70}" srcOrd="2" destOrd="0" presId="urn:microsoft.com/office/officeart/2008/layout/LinedList"/>
    <dgm:cxn modelId="{B95CFBF7-0EF0-4F76-836E-15333953B35A}" type="presParOf" srcId="{B4C21EE2-9395-4B0E-9272-F49ADBA54E53}" destId="{A3150B83-70D0-4023-B426-EAF28F98E280}" srcOrd="3" destOrd="0" presId="urn:microsoft.com/office/officeart/2008/layout/LinedList"/>
    <dgm:cxn modelId="{22BA4145-D0DA-4B5F-93C6-885893DA1189}" type="presParOf" srcId="{A3150B83-70D0-4023-B426-EAF28F98E280}" destId="{A6B15AAF-F42A-48A6-8FD5-A1B6BD63DDF7}" srcOrd="0" destOrd="0" presId="urn:microsoft.com/office/officeart/2008/layout/LinedList"/>
    <dgm:cxn modelId="{480817E6-9FCC-4FAC-8093-09A7B7154CE1}" type="presParOf" srcId="{A3150B83-70D0-4023-B426-EAF28F98E280}" destId="{5FBE99FB-ACFA-4D2D-82F7-718899B3C645}" srcOrd="1" destOrd="0" presId="urn:microsoft.com/office/officeart/2008/layout/LinedList"/>
    <dgm:cxn modelId="{5F0F52EB-F710-4BA8-997D-A237C096FB81}" type="presParOf" srcId="{B4C21EE2-9395-4B0E-9272-F49ADBA54E53}" destId="{5912932C-8880-4F44-AC88-6F2AFC2F6768}" srcOrd="4" destOrd="0" presId="urn:microsoft.com/office/officeart/2008/layout/LinedList"/>
    <dgm:cxn modelId="{424014B8-B167-4EEE-9C0E-57A9CBD76D4E}" type="presParOf" srcId="{B4C21EE2-9395-4B0E-9272-F49ADBA54E53}" destId="{17E277D4-BEFA-48DD-8635-29FEB18B4F96}" srcOrd="5" destOrd="0" presId="urn:microsoft.com/office/officeart/2008/layout/LinedList"/>
    <dgm:cxn modelId="{953415A7-37E1-4EED-968B-5D6EA007A00B}" type="presParOf" srcId="{17E277D4-BEFA-48DD-8635-29FEB18B4F96}" destId="{D83A179E-1B1C-43A2-A998-8C8DF45030E8}" srcOrd="0" destOrd="0" presId="urn:microsoft.com/office/officeart/2008/layout/LinedList"/>
    <dgm:cxn modelId="{D31DCCF5-2022-41A2-BB75-DADD80F3CDE5}" type="presParOf" srcId="{17E277D4-BEFA-48DD-8635-29FEB18B4F96}" destId="{4BCE13D5-82D5-4141-82F4-CBD4782FE2E6}" srcOrd="1" destOrd="0" presId="urn:microsoft.com/office/officeart/2008/layout/LinedList"/>
    <dgm:cxn modelId="{A7B24ED5-8580-445E-B1E6-4630AAE813B8}" type="presParOf" srcId="{B4C21EE2-9395-4B0E-9272-F49ADBA54E53}" destId="{5B4DDF9F-6FE1-4D89-B810-85056CAAE3CF}" srcOrd="6" destOrd="0" presId="urn:microsoft.com/office/officeart/2008/layout/LinedList"/>
    <dgm:cxn modelId="{331BB14D-145F-4F3B-8868-4B569E68AC00}" type="presParOf" srcId="{B4C21EE2-9395-4B0E-9272-F49ADBA54E53}" destId="{3BC741CC-100A-4FA4-8591-61431D237E45}" srcOrd="7" destOrd="0" presId="urn:microsoft.com/office/officeart/2008/layout/LinedList"/>
    <dgm:cxn modelId="{B8A6B754-A04B-494C-993E-80E9A87897C0}" type="presParOf" srcId="{3BC741CC-100A-4FA4-8591-61431D237E45}" destId="{F2245B31-48FD-4CBE-AC3C-D6D55816277B}" srcOrd="0" destOrd="0" presId="urn:microsoft.com/office/officeart/2008/layout/LinedList"/>
    <dgm:cxn modelId="{E7400266-B67B-4B47-83EE-9ED67E02F5AD}" type="presParOf" srcId="{3BC741CC-100A-4FA4-8591-61431D237E45}" destId="{0A1948CE-6EFF-4B23-8557-A826C4C224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70CE0F-BCF3-4E7D-A079-7500E8987E2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CE340BE-7796-4186-AA49-E71B558335A3}">
      <dgm:prSet/>
      <dgm:spPr/>
      <dgm:t>
        <a:bodyPr/>
        <a:lstStyle/>
        <a:p>
          <a:r>
            <a:rPr lang="en-IN"/>
            <a:t>DNA has:</a:t>
          </a:r>
          <a:endParaRPr lang="en-US"/>
        </a:p>
      </dgm:t>
    </dgm:pt>
    <dgm:pt modelId="{074E94ED-AAA9-42E6-9BCF-8383446C6E83}" type="parTrans" cxnId="{8E367FDA-941B-45F2-A27D-94343B69591E}">
      <dgm:prSet/>
      <dgm:spPr/>
      <dgm:t>
        <a:bodyPr/>
        <a:lstStyle/>
        <a:p>
          <a:endParaRPr lang="en-US"/>
        </a:p>
      </dgm:t>
    </dgm:pt>
    <dgm:pt modelId="{7775B5D5-D222-41AC-AE5C-750C69F06558}" type="sibTrans" cxnId="{8E367FDA-941B-45F2-A27D-94343B69591E}">
      <dgm:prSet/>
      <dgm:spPr/>
      <dgm:t>
        <a:bodyPr/>
        <a:lstStyle/>
        <a:p>
          <a:endParaRPr lang="en-US"/>
        </a:p>
      </dgm:t>
    </dgm:pt>
    <dgm:pt modelId="{B335514D-8044-484F-8F3C-00170F4D5E23}">
      <dgm:prSet/>
      <dgm:spPr/>
      <dgm:t>
        <a:bodyPr/>
        <a:lstStyle/>
        <a:p>
          <a:r>
            <a:rPr lang="en-IN"/>
            <a:t>Only 4 letters: A, C, G, T</a:t>
          </a:r>
          <a:endParaRPr lang="en-US"/>
        </a:p>
      </dgm:t>
    </dgm:pt>
    <dgm:pt modelId="{D126CE10-DDA7-44DD-8BF7-A2D09BD8359F}" type="parTrans" cxnId="{CB574EF3-7A8E-4EEC-BC19-705D4280C019}">
      <dgm:prSet/>
      <dgm:spPr/>
      <dgm:t>
        <a:bodyPr/>
        <a:lstStyle/>
        <a:p>
          <a:endParaRPr lang="en-US"/>
        </a:p>
      </dgm:t>
    </dgm:pt>
    <dgm:pt modelId="{8A6A9E6E-75B2-4163-87CD-4591BB951A31}" type="sibTrans" cxnId="{CB574EF3-7A8E-4EEC-BC19-705D4280C019}">
      <dgm:prSet/>
      <dgm:spPr/>
      <dgm:t>
        <a:bodyPr/>
        <a:lstStyle/>
        <a:p>
          <a:endParaRPr lang="en-US"/>
        </a:p>
      </dgm:t>
    </dgm:pt>
    <dgm:pt modelId="{832F9867-9F73-4E57-BEC8-6DBA7F34704E}">
      <dgm:prSet/>
      <dgm:spPr/>
      <dgm:t>
        <a:bodyPr/>
        <a:lstStyle/>
        <a:p>
          <a:r>
            <a:rPr lang="en-IN"/>
            <a:t>Many repeating sequences</a:t>
          </a:r>
          <a:endParaRPr lang="en-US"/>
        </a:p>
      </dgm:t>
    </dgm:pt>
    <dgm:pt modelId="{D22FC3F5-A0CE-4567-93D5-1721177E3C98}" type="parTrans" cxnId="{49F89261-6476-4917-A4E3-941C564861EB}">
      <dgm:prSet/>
      <dgm:spPr/>
      <dgm:t>
        <a:bodyPr/>
        <a:lstStyle/>
        <a:p>
          <a:endParaRPr lang="en-US"/>
        </a:p>
      </dgm:t>
    </dgm:pt>
    <dgm:pt modelId="{A6E16CD7-1DE6-48BB-B7F9-076279977A93}" type="sibTrans" cxnId="{49F89261-6476-4917-A4E3-941C564861EB}">
      <dgm:prSet/>
      <dgm:spPr/>
      <dgm:t>
        <a:bodyPr/>
        <a:lstStyle/>
        <a:p>
          <a:endParaRPr lang="en-US"/>
        </a:p>
      </dgm:t>
    </dgm:pt>
    <dgm:pt modelId="{CEEC190D-D882-44BD-AFA4-73C474D418F2}">
      <dgm:prSet/>
      <dgm:spPr/>
      <dgm:t>
        <a:bodyPr/>
        <a:lstStyle/>
        <a:p>
          <a:r>
            <a:rPr lang="en-IN"/>
            <a:t>Biological motifs (CpG islands, TATA boxes)</a:t>
          </a:r>
          <a:endParaRPr lang="en-US"/>
        </a:p>
      </dgm:t>
    </dgm:pt>
    <dgm:pt modelId="{4ACE333A-C782-4E3C-9533-4AA10436AC7D}" type="parTrans" cxnId="{57AF5610-1DC0-4114-90B6-E881421FA9B8}">
      <dgm:prSet/>
      <dgm:spPr/>
      <dgm:t>
        <a:bodyPr/>
        <a:lstStyle/>
        <a:p>
          <a:endParaRPr lang="en-US"/>
        </a:p>
      </dgm:t>
    </dgm:pt>
    <dgm:pt modelId="{0D33CD8D-A89D-4FE5-A30B-E5480B9C307A}" type="sibTrans" cxnId="{57AF5610-1DC0-4114-90B6-E881421FA9B8}">
      <dgm:prSet/>
      <dgm:spPr/>
      <dgm:t>
        <a:bodyPr/>
        <a:lstStyle/>
        <a:p>
          <a:endParaRPr lang="en-US"/>
        </a:p>
      </dgm:t>
    </dgm:pt>
    <dgm:pt modelId="{8DB182B1-F32C-4407-9AF3-FFD8C4E69F22}">
      <dgm:prSet/>
      <dgm:spPr/>
      <dgm:t>
        <a:bodyPr/>
        <a:lstStyle/>
        <a:p>
          <a:r>
            <a:rPr lang="en-IN"/>
            <a:t>Triplets (codons) forming amino acids</a:t>
          </a:r>
          <a:endParaRPr lang="en-US"/>
        </a:p>
      </dgm:t>
    </dgm:pt>
    <dgm:pt modelId="{B8E575C1-DC86-4B38-AD0E-D3916C6FC22C}" type="parTrans" cxnId="{E0082F11-83F7-4495-9C27-42E2F2B473D2}">
      <dgm:prSet/>
      <dgm:spPr/>
      <dgm:t>
        <a:bodyPr/>
        <a:lstStyle/>
        <a:p>
          <a:endParaRPr lang="en-US"/>
        </a:p>
      </dgm:t>
    </dgm:pt>
    <dgm:pt modelId="{945AF198-16B0-423B-A66A-FF414BAED9E8}" type="sibTrans" cxnId="{E0082F11-83F7-4495-9C27-42E2F2B473D2}">
      <dgm:prSet/>
      <dgm:spPr/>
      <dgm:t>
        <a:bodyPr/>
        <a:lstStyle/>
        <a:p>
          <a:endParaRPr lang="en-US"/>
        </a:p>
      </dgm:t>
    </dgm:pt>
    <dgm:pt modelId="{399E1DC7-E21F-4564-BA31-33F0CA73AD72}">
      <dgm:prSet/>
      <dgm:spPr/>
      <dgm:t>
        <a:bodyPr/>
        <a:lstStyle/>
        <a:p>
          <a:r>
            <a:rPr lang="en-IN"/>
            <a:t>Natural error tolerance</a:t>
          </a:r>
          <a:br>
            <a:rPr lang="en-IN"/>
          </a:br>
          <a:r>
            <a:rPr lang="en-IN"/>
            <a:t>These properties can be used for better compression.</a:t>
          </a:r>
          <a:endParaRPr lang="en-US"/>
        </a:p>
      </dgm:t>
    </dgm:pt>
    <dgm:pt modelId="{4423DD59-CC69-4DA8-959A-2633ADA4CD9B}" type="parTrans" cxnId="{D4B7C1CC-938F-4C72-B6E9-3A0C5F2B3BE2}">
      <dgm:prSet/>
      <dgm:spPr/>
      <dgm:t>
        <a:bodyPr/>
        <a:lstStyle/>
        <a:p>
          <a:endParaRPr lang="en-US"/>
        </a:p>
      </dgm:t>
    </dgm:pt>
    <dgm:pt modelId="{82845809-E5C3-49EA-9502-D532C2BD2D36}" type="sibTrans" cxnId="{D4B7C1CC-938F-4C72-B6E9-3A0C5F2B3BE2}">
      <dgm:prSet/>
      <dgm:spPr/>
      <dgm:t>
        <a:bodyPr/>
        <a:lstStyle/>
        <a:p>
          <a:endParaRPr lang="en-US"/>
        </a:p>
      </dgm:t>
    </dgm:pt>
    <dgm:pt modelId="{8ED7F48E-6605-422D-9219-E8CA94069DDA}" type="pres">
      <dgm:prSet presAssocID="{2170CE0F-BCF3-4E7D-A079-7500E8987E25}" presName="root" presStyleCnt="0">
        <dgm:presLayoutVars>
          <dgm:dir/>
          <dgm:resizeHandles val="exact"/>
        </dgm:presLayoutVars>
      </dgm:prSet>
      <dgm:spPr/>
    </dgm:pt>
    <dgm:pt modelId="{6D863BE8-D344-454C-B5DA-476C8E2E70F9}" type="pres">
      <dgm:prSet presAssocID="{CCE340BE-7796-4186-AA49-E71B558335A3}" presName="compNode" presStyleCnt="0"/>
      <dgm:spPr/>
    </dgm:pt>
    <dgm:pt modelId="{C55406E1-6D8D-407C-860C-D2210A5B98F4}" type="pres">
      <dgm:prSet presAssocID="{CCE340BE-7796-4186-AA49-E71B558335A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BE3B28DF-481C-49CF-AD8B-A5B39BBDA516}" type="pres">
      <dgm:prSet presAssocID="{CCE340BE-7796-4186-AA49-E71B558335A3}" presName="spaceRect" presStyleCnt="0"/>
      <dgm:spPr/>
    </dgm:pt>
    <dgm:pt modelId="{F758F283-075B-43EC-976F-1C86AA7EBA06}" type="pres">
      <dgm:prSet presAssocID="{CCE340BE-7796-4186-AA49-E71B558335A3}" presName="textRect" presStyleLbl="revTx" presStyleIdx="0" presStyleCnt="6">
        <dgm:presLayoutVars>
          <dgm:chMax val="1"/>
          <dgm:chPref val="1"/>
        </dgm:presLayoutVars>
      </dgm:prSet>
      <dgm:spPr/>
    </dgm:pt>
    <dgm:pt modelId="{5725BB59-DCEB-471A-B6E3-A2DBD28DCA14}" type="pres">
      <dgm:prSet presAssocID="{7775B5D5-D222-41AC-AE5C-750C69F06558}" presName="sibTrans" presStyleCnt="0"/>
      <dgm:spPr/>
    </dgm:pt>
    <dgm:pt modelId="{6B26CA9C-2087-48B4-A74A-A3B9AF972F9C}" type="pres">
      <dgm:prSet presAssocID="{B335514D-8044-484F-8F3C-00170F4D5E23}" presName="compNode" presStyleCnt="0"/>
      <dgm:spPr/>
    </dgm:pt>
    <dgm:pt modelId="{3073E8FC-099B-4921-B745-D59E49DB5C0F}" type="pres">
      <dgm:prSet presAssocID="{B335514D-8044-484F-8F3C-00170F4D5E2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964C3A7-675B-40B2-99C7-50945A7C56C5}" type="pres">
      <dgm:prSet presAssocID="{B335514D-8044-484F-8F3C-00170F4D5E23}" presName="spaceRect" presStyleCnt="0"/>
      <dgm:spPr/>
    </dgm:pt>
    <dgm:pt modelId="{80F3B21E-DA1D-458F-BB28-D427769B02DE}" type="pres">
      <dgm:prSet presAssocID="{B335514D-8044-484F-8F3C-00170F4D5E23}" presName="textRect" presStyleLbl="revTx" presStyleIdx="1" presStyleCnt="6">
        <dgm:presLayoutVars>
          <dgm:chMax val="1"/>
          <dgm:chPref val="1"/>
        </dgm:presLayoutVars>
      </dgm:prSet>
      <dgm:spPr/>
    </dgm:pt>
    <dgm:pt modelId="{6041C77E-2440-4D13-A833-4A255546E4CD}" type="pres">
      <dgm:prSet presAssocID="{8A6A9E6E-75B2-4163-87CD-4591BB951A31}" presName="sibTrans" presStyleCnt="0"/>
      <dgm:spPr/>
    </dgm:pt>
    <dgm:pt modelId="{B7408986-D618-4889-94CB-D3838EBE5CE7}" type="pres">
      <dgm:prSet presAssocID="{832F9867-9F73-4E57-BEC8-6DBA7F34704E}" presName="compNode" presStyleCnt="0"/>
      <dgm:spPr/>
    </dgm:pt>
    <dgm:pt modelId="{7636539A-1393-4E5B-BCB0-ACB7344C330D}" type="pres">
      <dgm:prSet presAssocID="{832F9867-9F73-4E57-BEC8-6DBA7F34704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220CBC2-98E7-4F2C-AAB8-E0A3217339B5}" type="pres">
      <dgm:prSet presAssocID="{832F9867-9F73-4E57-BEC8-6DBA7F34704E}" presName="spaceRect" presStyleCnt="0"/>
      <dgm:spPr/>
    </dgm:pt>
    <dgm:pt modelId="{7C7A6B23-B82B-4277-B947-1A53A76AAAA3}" type="pres">
      <dgm:prSet presAssocID="{832F9867-9F73-4E57-BEC8-6DBA7F34704E}" presName="textRect" presStyleLbl="revTx" presStyleIdx="2" presStyleCnt="6">
        <dgm:presLayoutVars>
          <dgm:chMax val="1"/>
          <dgm:chPref val="1"/>
        </dgm:presLayoutVars>
      </dgm:prSet>
      <dgm:spPr/>
    </dgm:pt>
    <dgm:pt modelId="{5CD3A4BA-EE4D-4F91-A444-BCE101F12E64}" type="pres">
      <dgm:prSet presAssocID="{A6E16CD7-1DE6-48BB-B7F9-076279977A93}" presName="sibTrans" presStyleCnt="0"/>
      <dgm:spPr/>
    </dgm:pt>
    <dgm:pt modelId="{D1C1F30C-B2DC-4862-B9E4-1688B79BD6A8}" type="pres">
      <dgm:prSet presAssocID="{CEEC190D-D882-44BD-AFA4-73C474D418F2}" presName="compNode" presStyleCnt="0"/>
      <dgm:spPr/>
    </dgm:pt>
    <dgm:pt modelId="{654EB5DB-B1BF-4045-826B-050BC17767C3}" type="pres">
      <dgm:prSet presAssocID="{CEEC190D-D882-44BD-AFA4-73C474D418F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6D74C68-2542-4380-ABB2-2FE65C0087DA}" type="pres">
      <dgm:prSet presAssocID="{CEEC190D-D882-44BD-AFA4-73C474D418F2}" presName="spaceRect" presStyleCnt="0"/>
      <dgm:spPr/>
    </dgm:pt>
    <dgm:pt modelId="{C3D053AE-627B-4A35-B344-81849C020E86}" type="pres">
      <dgm:prSet presAssocID="{CEEC190D-D882-44BD-AFA4-73C474D418F2}" presName="textRect" presStyleLbl="revTx" presStyleIdx="3" presStyleCnt="6">
        <dgm:presLayoutVars>
          <dgm:chMax val="1"/>
          <dgm:chPref val="1"/>
        </dgm:presLayoutVars>
      </dgm:prSet>
      <dgm:spPr/>
    </dgm:pt>
    <dgm:pt modelId="{A0CF4519-6EB6-4E47-802E-7198A2E6820B}" type="pres">
      <dgm:prSet presAssocID="{0D33CD8D-A89D-4FE5-A30B-E5480B9C307A}" presName="sibTrans" presStyleCnt="0"/>
      <dgm:spPr/>
    </dgm:pt>
    <dgm:pt modelId="{D7E75FA8-0B1A-4F55-9BB0-2BED21972D52}" type="pres">
      <dgm:prSet presAssocID="{8DB182B1-F32C-4407-9AF3-FFD8C4E69F22}" presName="compNode" presStyleCnt="0"/>
      <dgm:spPr/>
    </dgm:pt>
    <dgm:pt modelId="{D39BA678-8E4C-4A9D-BA94-DE8972815FD4}" type="pres">
      <dgm:prSet presAssocID="{8DB182B1-F32C-4407-9AF3-FFD8C4E69F2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4B8417F2-C01A-48C9-A9E9-85D51FD5A2C0}" type="pres">
      <dgm:prSet presAssocID="{8DB182B1-F32C-4407-9AF3-FFD8C4E69F22}" presName="spaceRect" presStyleCnt="0"/>
      <dgm:spPr/>
    </dgm:pt>
    <dgm:pt modelId="{3901E3EA-B9EB-4F29-BBA6-23070830783E}" type="pres">
      <dgm:prSet presAssocID="{8DB182B1-F32C-4407-9AF3-FFD8C4E69F22}" presName="textRect" presStyleLbl="revTx" presStyleIdx="4" presStyleCnt="6">
        <dgm:presLayoutVars>
          <dgm:chMax val="1"/>
          <dgm:chPref val="1"/>
        </dgm:presLayoutVars>
      </dgm:prSet>
      <dgm:spPr/>
    </dgm:pt>
    <dgm:pt modelId="{BAAFCB0B-7220-489E-8324-EE91292D0A90}" type="pres">
      <dgm:prSet presAssocID="{945AF198-16B0-423B-A66A-FF414BAED9E8}" presName="sibTrans" presStyleCnt="0"/>
      <dgm:spPr/>
    </dgm:pt>
    <dgm:pt modelId="{C0D060B4-9A10-4D77-977E-07B07791078C}" type="pres">
      <dgm:prSet presAssocID="{399E1DC7-E21F-4564-BA31-33F0CA73AD72}" presName="compNode" presStyleCnt="0"/>
      <dgm:spPr/>
    </dgm:pt>
    <dgm:pt modelId="{C26D5E47-5DAF-4520-AAF4-2DB928837DB6}" type="pres">
      <dgm:prSet presAssocID="{399E1DC7-E21F-4564-BA31-33F0CA73AD7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FB550FC-79EE-4D4D-B625-221A2E5E377E}" type="pres">
      <dgm:prSet presAssocID="{399E1DC7-E21F-4564-BA31-33F0CA73AD72}" presName="spaceRect" presStyleCnt="0"/>
      <dgm:spPr/>
    </dgm:pt>
    <dgm:pt modelId="{D5B59252-B5D1-4D55-B935-0156DCE1B4DE}" type="pres">
      <dgm:prSet presAssocID="{399E1DC7-E21F-4564-BA31-33F0CA73AD7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7AF5610-1DC0-4114-90B6-E881421FA9B8}" srcId="{2170CE0F-BCF3-4E7D-A079-7500E8987E25}" destId="{CEEC190D-D882-44BD-AFA4-73C474D418F2}" srcOrd="3" destOrd="0" parTransId="{4ACE333A-C782-4E3C-9533-4AA10436AC7D}" sibTransId="{0D33CD8D-A89D-4FE5-A30B-E5480B9C307A}"/>
    <dgm:cxn modelId="{E0082F11-83F7-4495-9C27-42E2F2B473D2}" srcId="{2170CE0F-BCF3-4E7D-A079-7500E8987E25}" destId="{8DB182B1-F32C-4407-9AF3-FFD8C4E69F22}" srcOrd="4" destOrd="0" parTransId="{B8E575C1-DC86-4B38-AD0E-D3916C6FC22C}" sibTransId="{945AF198-16B0-423B-A66A-FF414BAED9E8}"/>
    <dgm:cxn modelId="{32DD1E33-9D73-4D7C-B000-9885322F203E}" type="presOf" srcId="{399E1DC7-E21F-4564-BA31-33F0CA73AD72}" destId="{D5B59252-B5D1-4D55-B935-0156DCE1B4DE}" srcOrd="0" destOrd="0" presId="urn:microsoft.com/office/officeart/2018/2/layout/IconLabelList"/>
    <dgm:cxn modelId="{3D066E5B-F9CD-4C14-85E0-BCAB82F4DBB0}" type="presOf" srcId="{CEEC190D-D882-44BD-AFA4-73C474D418F2}" destId="{C3D053AE-627B-4A35-B344-81849C020E86}" srcOrd="0" destOrd="0" presId="urn:microsoft.com/office/officeart/2018/2/layout/IconLabelList"/>
    <dgm:cxn modelId="{014B625C-2777-43B4-B3FA-9414FAF77318}" type="presOf" srcId="{2170CE0F-BCF3-4E7D-A079-7500E8987E25}" destId="{8ED7F48E-6605-422D-9219-E8CA94069DDA}" srcOrd="0" destOrd="0" presId="urn:microsoft.com/office/officeart/2018/2/layout/IconLabelList"/>
    <dgm:cxn modelId="{49F89261-6476-4917-A4E3-941C564861EB}" srcId="{2170CE0F-BCF3-4E7D-A079-7500E8987E25}" destId="{832F9867-9F73-4E57-BEC8-6DBA7F34704E}" srcOrd="2" destOrd="0" parTransId="{D22FC3F5-A0CE-4567-93D5-1721177E3C98}" sibTransId="{A6E16CD7-1DE6-48BB-B7F9-076279977A93}"/>
    <dgm:cxn modelId="{37A6E06C-88E0-45E4-A497-900DE41AA2E5}" type="presOf" srcId="{8DB182B1-F32C-4407-9AF3-FFD8C4E69F22}" destId="{3901E3EA-B9EB-4F29-BBA6-23070830783E}" srcOrd="0" destOrd="0" presId="urn:microsoft.com/office/officeart/2018/2/layout/IconLabelList"/>
    <dgm:cxn modelId="{2DCB9EB3-6ECF-420F-8BBA-18DB201EA3DA}" type="presOf" srcId="{CCE340BE-7796-4186-AA49-E71B558335A3}" destId="{F758F283-075B-43EC-976F-1C86AA7EBA06}" srcOrd="0" destOrd="0" presId="urn:microsoft.com/office/officeart/2018/2/layout/IconLabelList"/>
    <dgm:cxn modelId="{D4B7C1CC-938F-4C72-B6E9-3A0C5F2B3BE2}" srcId="{2170CE0F-BCF3-4E7D-A079-7500E8987E25}" destId="{399E1DC7-E21F-4564-BA31-33F0CA73AD72}" srcOrd="5" destOrd="0" parTransId="{4423DD59-CC69-4DA8-959A-2633ADA4CD9B}" sibTransId="{82845809-E5C3-49EA-9502-D532C2BD2D36}"/>
    <dgm:cxn modelId="{5E40B7CF-8499-4915-A1AC-A24A19B51F40}" type="presOf" srcId="{B335514D-8044-484F-8F3C-00170F4D5E23}" destId="{80F3B21E-DA1D-458F-BB28-D427769B02DE}" srcOrd="0" destOrd="0" presId="urn:microsoft.com/office/officeart/2018/2/layout/IconLabelList"/>
    <dgm:cxn modelId="{8E367FDA-941B-45F2-A27D-94343B69591E}" srcId="{2170CE0F-BCF3-4E7D-A079-7500E8987E25}" destId="{CCE340BE-7796-4186-AA49-E71B558335A3}" srcOrd="0" destOrd="0" parTransId="{074E94ED-AAA9-42E6-9BCF-8383446C6E83}" sibTransId="{7775B5D5-D222-41AC-AE5C-750C69F06558}"/>
    <dgm:cxn modelId="{CB574EF3-7A8E-4EEC-BC19-705D4280C019}" srcId="{2170CE0F-BCF3-4E7D-A079-7500E8987E25}" destId="{B335514D-8044-484F-8F3C-00170F4D5E23}" srcOrd="1" destOrd="0" parTransId="{D126CE10-DDA7-44DD-8BF7-A2D09BD8359F}" sibTransId="{8A6A9E6E-75B2-4163-87CD-4591BB951A31}"/>
    <dgm:cxn modelId="{D4F0D4FF-BBFC-4927-A821-46601DF3A193}" type="presOf" srcId="{832F9867-9F73-4E57-BEC8-6DBA7F34704E}" destId="{7C7A6B23-B82B-4277-B947-1A53A76AAAA3}" srcOrd="0" destOrd="0" presId="urn:microsoft.com/office/officeart/2018/2/layout/IconLabelList"/>
    <dgm:cxn modelId="{26BE88CE-0F8E-4CEC-A99F-C149260F682F}" type="presParOf" srcId="{8ED7F48E-6605-422D-9219-E8CA94069DDA}" destId="{6D863BE8-D344-454C-B5DA-476C8E2E70F9}" srcOrd="0" destOrd="0" presId="urn:microsoft.com/office/officeart/2018/2/layout/IconLabelList"/>
    <dgm:cxn modelId="{1EE0073B-5A36-403A-8AB6-450E07CCD036}" type="presParOf" srcId="{6D863BE8-D344-454C-B5DA-476C8E2E70F9}" destId="{C55406E1-6D8D-407C-860C-D2210A5B98F4}" srcOrd="0" destOrd="0" presId="urn:microsoft.com/office/officeart/2018/2/layout/IconLabelList"/>
    <dgm:cxn modelId="{AF69B199-F0A1-44E6-8BF0-C8893185CC60}" type="presParOf" srcId="{6D863BE8-D344-454C-B5DA-476C8E2E70F9}" destId="{BE3B28DF-481C-49CF-AD8B-A5B39BBDA516}" srcOrd="1" destOrd="0" presId="urn:microsoft.com/office/officeart/2018/2/layout/IconLabelList"/>
    <dgm:cxn modelId="{9FACB2D2-5CFF-45FD-87D9-931F43C820BA}" type="presParOf" srcId="{6D863BE8-D344-454C-B5DA-476C8E2E70F9}" destId="{F758F283-075B-43EC-976F-1C86AA7EBA06}" srcOrd="2" destOrd="0" presId="urn:microsoft.com/office/officeart/2018/2/layout/IconLabelList"/>
    <dgm:cxn modelId="{92E2380C-1D8E-4E35-A6D4-9EA077D3A1B6}" type="presParOf" srcId="{8ED7F48E-6605-422D-9219-E8CA94069DDA}" destId="{5725BB59-DCEB-471A-B6E3-A2DBD28DCA14}" srcOrd="1" destOrd="0" presId="urn:microsoft.com/office/officeart/2018/2/layout/IconLabelList"/>
    <dgm:cxn modelId="{E775A0C5-9777-44C6-9AFC-62A9984ACE7A}" type="presParOf" srcId="{8ED7F48E-6605-422D-9219-E8CA94069DDA}" destId="{6B26CA9C-2087-48B4-A74A-A3B9AF972F9C}" srcOrd="2" destOrd="0" presId="urn:microsoft.com/office/officeart/2018/2/layout/IconLabelList"/>
    <dgm:cxn modelId="{C32D8253-DBE6-481E-B749-83F948694029}" type="presParOf" srcId="{6B26CA9C-2087-48B4-A74A-A3B9AF972F9C}" destId="{3073E8FC-099B-4921-B745-D59E49DB5C0F}" srcOrd="0" destOrd="0" presId="urn:microsoft.com/office/officeart/2018/2/layout/IconLabelList"/>
    <dgm:cxn modelId="{2B918630-44C4-4A15-94DF-DB6FCB436DF6}" type="presParOf" srcId="{6B26CA9C-2087-48B4-A74A-A3B9AF972F9C}" destId="{E964C3A7-675B-40B2-99C7-50945A7C56C5}" srcOrd="1" destOrd="0" presId="urn:microsoft.com/office/officeart/2018/2/layout/IconLabelList"/>
    <dgm:cxn modelId="{3BDF9535-8E76-4A8C-88B7-7BA96D9F9C46}" type="presParOf" srcId="{6B26CA9C-2087-48B4-A74A-A3B9AF972F9C}" destId="{80F3B21E-DA1D-458F-BB28-D427769B02DE}" srcOrd="2" destOrd="0" presId="urn:microsoft.com/office/officeart/2018/2/layout/IconLabelList"/>
    <dgm:cxn modelId="{F5174BC9-69E6-48C4-A368-8C821DE82D23}" type="presParOf" srcId="{8ED7F48E-6605-422D-9219-E8CA94069DDA}" destId="{6041C77E-2440-4D13-A833-4A255546E4CD}" srcOrd="3" destOrd="0" presId="urn:microsoft.com/office/officeart/2018/2/layout/IconLabelList"/>
    <dgm:cxn modelId="{92A8212B-1F9E-4514-994D-B5F3525E7054}" type="presParOf" srcId="{8ED7F48E-6605-422D-9219-E8CA94069DDA}" destId="{B7408986-D618-4889-94CB-D3838EBE5CE7}" srcOrd="4" destOrd="0" presId="urn:microsoft.com/office/officeart/2018/2/layout/IconLabelList"/>
    <dgm:cxn modelId="{11839064-2242-41E0-A541-3570D33900C1}" type="presParOf" srcId="{B7408986-D618-4889-94CB-D3838EBE5CE7}" destId="{7636539A-1393-4E5B-BCB0-ACB7344C330D}" srcOrd="0" destOrd="0" presId="urn:microsoft.com/office/officeart/2018/2/layout/IconLabelList"/>
    <dgm:cxn modelId="{F2E33F6F-1C20-436D-A9BE-C2786A523560}" type="presParOf" srcId="{B7408986-D618-4889-94CB-D3838EBE5CE7}" destId="{1220CBC2-98E7-4F2C-AAB8-E0A3217339B5}" srcOrd="1" destOrd="0" presId="urn:microsoft.com/office/officeart/2018/2/layout/IconLabelList"/>
    <dgm:cxn modelId="{0B221212-05A9-4C73-B0AB-A92FF25FF0FC}" type="presParOf" srcId="{B7408986-D618-4889-94CB-D3838EBE5CE7}" destId="{7C7A6B23-B82B-4277-B947-1A53A76AAAA3}" srcOrd="2" destOrd="0" presId="urn:microsoft.com/office/officeart/2018/2/layout/IconLabelList"/>
    <dgm:cxn modelId="{E6E57503-08FC-46DA-8624-E9027A50894D}" type="presParOf" srcId="{8ED7F48E-6605-422D-9219-E8CA94069DDA}" destId="{5CD3A4BA-EE4D-4F91-A444-BCE101F12E64}" srcOrd="5" destOrd="0" presId="urn:microsoft.com/office/officeart/2018/2/layout/IconLabelList"/>
    <dgm:cxn modelId="{00B39DF7-D858-4DAF-B77E-D3E41C8C8139}" type="presParOf" srcId="{8ED7F48E-6605-422D-9219-E8CA94069DDA}" destId="{D1C1F30C-B2DC-4862-B9E4-1688B79BD6A8}" srcOrd="6" destOrd="0" presId="urn:microsoft.com/office/officeart/2018/2/layout/IconLabelList"/>
    <dgm:cxn modelId="{F054149F-1422-40DE-8B33-203FB8BEC070}" type="presParOf" srcId="{D1C1F30C-B2DC-4862-B9E4-1688B79BD6A8}" destId="{654EB5DB-B1BF-4045-826B-050BC17767C3}" srcOrd="0" destOrd="0" presId="urn:microsoft.com/office/officeart/2018/2/layout/IconLabelList"/>
    <dgm:cxn modelId="{E1F9DA5B-2ACF-4994-8619-E9C92CE91999}" type="presParOf" srcId="{D1C1F30C-B2DC-4862-B9E4-1688B79BD6A8}" destId="{46D74C68-2542-4380-ABB2-2FE65C0087DA}" srcOrd="1" destOrd="0" presId="urn:microsoft.com/office/officeart/2018/2/layout/IconLabelList"/>
    <dgm:cxn modelId="{62BB0316-AAA4-45B4-BFC0-F165C85E649A}" type="presParOf" srcId="{D1C1F30C-B2DC-4862-B9E4-1688B79BD6A8}" destId="{C3D053AE-627B-4A35-B344-81849C020E86}" srcOrd="2" destOrd="0" presId="urn:microsoft.com/office/officeart/2018/2/layout/IconLabelList"/>
    <dgm:cxn modelId="{4FDDB154-D45D-4935-B405-0304A087DC70}" type="presParOf" srcId="{8ED7F48E-6605-422D-9219-E8CA94069DDA}" destId="{A0CF4519-6EB6-4E47-802E-7198A2E6820B}" srcOrd="7" destOrd="0" presId="urn:microsoft.com/office/officeart/2018/2/layout/IconLabelList"/>
    <dgm:cxn modelId="{85177D42-7B1C-4960-A600-A1B4ADB72F55}" type="presParOf" srcId="{8ED7F48E-6605-422D-9219-E8CA94069DDA}" destId="{D7E75FA8-0B1A-4F55-9BB0-2BED21972D52}" srcOrd="8" destOrd="0" presId="urn:microsoft.com/office/officeart/2018/2/layout/IconLabelList"/>
    <dgm:cxn modelId="{2A07B467-13E2-4F77-9198-488186F11E38}" type="presParOf" srcId="{D7E75FA8-0B1A-4F55-9BB0-2BED21972D52}" destId="{D39BA678-8E4C-4A9D-BA94-DE8972815FD4}" srcOrd="0" destOrd="0" presId="urn:microsoft.com/office/officeart/2018/2/layout/IconLabelList"/>
    <dgm:cxn modelId="{082C8112-0205-48EA-BCBB-F08790098204}" type="presParOf" srcId="{D7E75FA8-0B1A-4F55-9BB0-2BED21972D52}" destId="{4B8417F2-C01A-48C9-A9E9-85D51FD5A2C0}" srcOrd="1" destOrd="0" presId="urn:microsoft.com/office/officeart/2018/2/layout/IconLabelList"/>
    <dgm:cxn modelId="{7768C203-C1A1-435F-9F4F-079E2A2B5DB0}" type="presParOf" srcId="{D7E75FA8-0B1A-4F55-9BB0-2BED21972D52}" destId="{3901E3EA-B9EB-4F29-BBA6-23070830783E}" srcOrd="2" destOrd="0" presId="urn:microsoft.com/office/officeart/2018/2/layout/IconLabelList"/>
    <dgm:cxn modelId="{C8FA3B19-D43A-434C-8F8A-10AFD7A9C70C}" type="presParOf" srcId="{8ED7F48E-6605-422D-9219-E8CA94069DDA}" destId="{BAAFCB0B-7220-489E-8324-EE91292D0A90}" srcOrd="9" destOrd="0" presId="urn:microsoft.com/office/officeart/2018/2/layout/IconLabelList"/>
    <dgm:cxn modelId="{191072FD-A947-4FBF-8FFD-802FA9B2EBA2}" type="presParOf" srcId="{8ED7F48E-6605-422D-9219-E8CA94069DDA}" destId="{C0D060B4-9A10-4D77-977E-07B07791078C}" srcOrd="10" destOrd="0" presId="urn:microsoft.com/office/officeart/2018/2/layout/IconLabelList"/>
    <dgm:cxn modelId="{CFCC0560-EAFF-4C8C-AA37-AE66D873BB5F}" type="presParOf" srcId="{C0D060B4-9A10-4D77-977E-07B07791078C}" destId="{C26D5E47-5DAF-4520-AAF4-2DB928837DB6}" srcOrd="0" destOrd="0" presId="urn:microsoft.com/office/officeart/2018/2/layout/IconLabelList"/>
    <dgm:cxn modelId="{295CE64A-A633-4E65-97C4-94D4E0071001}" type="presParOf" srcId="{C0D060B4-9A10-4D77-977E-07B07791078C}" destId="{5FB550FC-79EE-4D4D-B625-221A2E5E377E}" srcOrd="1" destOrd="0" presId="urn:microsoft.com/office/officeart/2018/2/layout/IconLabelList"/>
    <dgm:cxn modelId="{AB2D1CCE-FB2E-4AA5-A11A-D1C6049A0DBB}" type="presParOf" srcId="{C0D060B4-9A10-4D77-977E-07B07791078C}" destId="{D5B59252-B5D1-4D55-B935-0156DCE1B4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0ED556-47B5-439E-9B1C-7C7047BC8D9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996AD7-3A14-45BA-9AE8-BB2CD47328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Reduce storage cost for large genome databases</a:t>
          </a:r>
          <a:endParaRPr lang="en-US"/>
        </a:p>
      </dgm:t>
    </dgm:pt>
    <dgm:pt modelId="{FD3E314A-91F5-4038-8AC1-E109450B8944}" type="parTrans" cxnId="{2FCD27A7-D849-447D-A218-42AC62359CD1}">
      <dgm:prSet/>
      <dgm:spPr/>
      <dgm:t>
        <a:bodyPr/>
        <a:lstStyle/>
        <a:p>
          <a:endParaRPr lang="en-US"/>
        </a:p>
      </dgm:t>
    </dgm:pt>
    <dgm:pt modelId="{E6CE7464-5EAB-40B9-B5EE-02D2AE169E78}" type="sibTrans" cxnId="{2FCD27A7-D849-447D-A218-42AC62359C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DCD318-4FF4-4925-A47B-DF623A6C02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Speed up data transfer in research labs</a:t>
          </a:r>
          <a:endParaRPr lang="en-US"/>
        </a:p>
      </dgm:t>
    </dgm:pt>
    <dgm:pt modelId="{F2ACB1C1-E254-4FC5-99A9-A7444FF95087}" type="parTrans" cxnId="{D4218AA8-6F70-47F9-BEC3-F887F56219DD}">
      <dgm:prSet/>
      <dgm:spPr/>
      <dgm:t>
        <a:bodyPr/>
        <a:lstStyle/>
        <a:p>
          <a:endParaRPr lang="en-US"/>
        </a:p>
      </dgm:t>
    </dgm:pt>
    <dgm:pt modelId="{DB959FD1-6E07-4343-AE80-EC5CC29B4F76}" type="sibTrans" cxnId="{D4218AA8-6F70-47F9-BEC3-F887F56219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AA018C-23E4-4CE4-B6F5-24E84DF59D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Make genome analysis faster</a:t>
          </a:r>
          <a:endParaRPr lang="en-US"/>
        </a:p>
      </dgm:t>
    </dgm:pt>
    <dgm:pt modelId="{C28228FD-FCEC-44EF-8B87-F0B696846C71}" type="parTrans" cxnId="{3BC97004-E47A-45B1-9F39-C8F8ECB58EE5}">
      <dgm:prSet/>
      <dgm:spPr/>
      <dgm:t>
        <a:bodyPr/>
        <a:lstStyle/>
        <a:p>
          <a:endParaRPr lang="en-US"/>
        </a:p>
      </dgm:t>
    </dgm:pt>
    <dgm:pt modelId="{61F69573-D86D-4B7D-91A9-88004FE1F780}" type="sibTrans" cxnId="{3BC97004-E47A-45B1-9F39-C8F8ECB58E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F15BBE8-AC82-4F3C-830D-C2886F4E13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Support cloud storage of genomic sequences</a:t>
          </a:r>
          <a:endParaRPr lang="en-US"/>
        </a:p>
      </dgm:t>
    </dgm:pt>
    <dgm:pt modelId="{39A000EC-8679-4D15-B0DE-1D9025B4B9F3}" type="parTrans" cxnId="{1AD1AEE8-A8A7-435D-807C-B42CE8FE23A7}">
      <dgm:prSet/>
      <dgm:spPr/>
      <dgm:t>
        <a:bodyPr/>
        <a:lstStyle/>
        <a:p>
          <a:endParaRPr lang="en-US"/>
        </a:p>
      </dgm:t>
    </dgm:pt>
    <dgm:pt modelId="{4ED1F480-ED4D-4CC7-8197-62D04DF1F928}" type="sibTrans" cxnId="{1AD1AEE8-A8A7-435D-807C-B42CE8FE23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3FD417D-16EF-41F6-9C80-0F2C4DEB84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Essential for personalized medicine &amp; medical bioinformatics</a:t>
          </a:r>
          <a:endParaRPr lang="en-US"/>
        </a:p>
      </dgm:t>
    </dgm:pt>
    <dgm:pt modelId="{79370EAA-719F-4EEA-A12E-66990F37335D}" type="parTrans" cxnId="{08278C2B-29A8-4BFB-AAA9-23A489876963}">
      <dgm:prSet/>
      <dgm:spPr/>
      <dgm:t>
        <a:bodyPr/>
        <a:lstStyle/>
        <a:p>
          <a:endParaRPr lang="en-US"/>
        </a:p>
      </dgm:t>
    </dgm:pt>
    <dgm:pt modelId="{4D1D2AA8-93AC-4175-A99D-A1530F292582}" type="sibTrans" cxnId="{08278C2B-29A8-4BFB-AAA9-23A489876963}">
      <dgm:prSet/>
      <dgm:spPr/>
      <dgm:t>
        <a:bodyPr/>
        <a:lstStyle/>
        <a:p>
          <a:endParaRPr lang="en-US"/>
        </a:p>
      </dgm:t>
    </dgm:pt>
    <dgm:pt modelId="{24DD1356-3C24-4563-92F7-B4F1EC41B758}" type="pres">
      <dgm:prSet presAssocID="{C90ED556-47B5-439E-9B1C-7C7047BC8D91}" presName="root" presStyleCnt="0">
        <dgm:presLayoutVars>
          <dgm:dir/>
          <dgm:resizeHandles val="exact"/>
        </dgm:presLayoutVars>
      </dgm:prSet>
      <dgm:spPr/>
    </dgm:pt>
    <dgm:pt modelId="{F47814BA-6232-4370-9FC3-572494AFE235}" type="pres">
      <dgm:prSet presAssocID="{C90ED556-47B5-439E-9B1C-7C7047BC8D91}" presName="container" presStyleCnt="0">
        <dgm:presLayoutVars>
          <dgm:dir/>
          <dgm:resizeHandles val="exact"/>
        </dgm:presLayoutVars>
      </dgm:prSet>
      <dgm:spPr/>
    </dgm:pt>
    <dgm:pt modelId="{FB28DD5E-B412-4E8C-8BCF-C9583EF64512}" type="pres">
      <dgm:prSet presAssocID="{73996AD7-3A14-45BA-9AE8-BB2CD4732858}" presName="compNode" presStyleCnt="0"/>
      <dgm:spPr/>
    </dgm:pt>
    <dgm:pt modelId="{32784893-5E2A-4EAC-8FEF-DF1B2BEECC95}" type="pres">
      <dgm:prSet presAssocID="{73996AD7-3A14-45BA-9AE8-BB2CD4732858}" presName="iconBgRect" presStyleLbl="bgShp" presStyleIdx="0" presStyleCnt="5"/>
      <dgm:spPr/>
    </dgm:pt>
    <dgm:pt modelId="{AAB7F5D9-05E4-4D22-A019-C2E938373959}" type="pres">
      <dgm:prSet presAssocID="{73996AD7-3A14-45BA-9AE8-BB2CD473285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6D056A8F-115C-48B3-B848-5AC263BA3445}" type="pres">
      <dgm:prSet presAssocID="{73996AD7-3A14-45BA-9AE8-BB2CD4732858}" presName="spaceRect" presStyleCnt="0"/>
      <dgm:spPr/>
    </dgm:pt>
    <dgm:pt modelId="{8075D544-6685-4540-AEBD-71F410763013}" type="pres">
      <dgm:prSet presAssocID="{73996AD7-3A14-45BA-9AE8-BB2CD4732858}" presName="textRect" presStyleLbl="revTx" presStyleIdx="0" presStyleCnt="5">
        <dgm:presLayoutVars>
          <dgm:chMax val="1"/>
          <dgm:chPref val="1"/>
        </dgm:presLayoutVars>
      </dgm:prSet>
      <dgm:spPr/>
    </dgm:pt>
    <dgm:pt modelId="{F9570BC4-09B0-4FA1-92FE-DC0F855ED902}" type="pres">
      <dgm:prSet presAssocID="{E6CE7464-5EAB-40B9-B5EE-02D2AE169E78}" presName="sibTrans" presStyleLbl="sibTrans2D1" presStyleIdx="0" presStyleCnt="0"/>
      <dgm:spPr/>
    </dgm:pt>
    <dgm:pt modelId="{1DDDF0BB-E3E0-43CF-B785-71F74011C33E}" type="pres">
      <dgm:prSet presAssocID="{C3DCD318-4FF4-4925-A47B-DF623A6C02FF}" presName="compNode" presStyleCnt="0"/>
      <dgm:spPr/>
    </dgm:pt>
    <dgm:pt modelId="{9EE407AE-DF8B-4B5B-B67A-F84860A763BF}" type="pres">
      <dgm:prSet presAssocID="{C3DCD318-4FF4-4925-A47B-DF623A6C02FF}" presName="iconBgRect" presStyleLbl="bgShp" presStyleIdx="1" presStyleCnt="5"/>
      <dgm:spPr/>
    </dgm:pt>
    <dgm:pt modelId="{34AF451D-A26C-4CC1-AB36-68C27F542A69}" type="pres">
      <dgm:prSet presAssocID="{C3DCD318-4FF4-4925-A47B-DF623A6C02F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F24D1AB-D3C6-4ADB-A192-F6967947DEE3}" type="pres">
      <dgm:prSet presAssocID="{C3DCD318-4FF4-4925-A47B-DF623A6C02FF}" presName="spaceRect" presStyleCnt="0"/>
      <dgm:spPr/>
    </dgm:pt>
    <dgm:pt modelId="{2FB2EF81-811F-4268-A695-0FCEC875CA52}" type="pres">
      <dgm:prSet presAssocID="{C3DCD318-4FF4-4925-A47B-DF623A6C02FF}" presName="textRect" presStyleLbl="revTx" presStyleIdx="1" presStyleCnt="5">
        <dgm:presLayoutVars>
          <dgm:chMax val="1"/>
          <dgm:chPref val="1"/>
        </dgm:presLayoutVars>
      </dgm:prSet>
      <dgm:spPr/>
    </dgm:pt>
    <dgm:pt modelId="{481C61FF-8F2C-4B44-B541-90B6D95FC4FF}" type="pres">
      <dgm:prSet presAssocID="{DB959FD1-6E07-4343-AE80-EC5CC29B4F76}" presName="sibTrans" presStyleLbl="sibTrans2D1" presStyleIdx="0" presStyleCnt="0"/>
      <dgm:spPr/>
    </dgm:pt>
    <dgm:pt modelId="{387B8970-6B2D-4E6F-BC49-62433BAC89BF}" type="pres">
      <dgm:prSet presAssocID="{22AA018C-23E4-4CE4-B6F5-24E84DF59D7B}" presName="compNode" presStyleCnt="0"/>
      <dgm:spPr/>
    </dgm:pt>
    <dgm:pt modelId="{65308D6B-2A6D-4E27-8BCD-D5572B4C7019}" type="pres">
      <dgm:prSet presAssocID="{22AA018C-23E4-4CE4-B6F5-24E84DF59D7B}" presName="iconBgRect" presStyleLbl="bgShp" presStyleIdx="2" presStyleCnt="5"/>
      <dgm:spPr/>
    </dgm:pt>
    <dgm:pt modelId="{895B5885-C8C0-4992-8D94-A5E888B6CEB7}" type="pres">
      <dgm:prSet presAssocID="{22AA018C-23E4-4CE4-B6F5-24E84DF59D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173FBAC-4025-46D2-8473-83ED83118F19}" type="pres">
      <dgm:prSet presAssocID="{22AA018C-23E4-4CE4-B6F5-24E84DF59D7B}" presName="spaceRect" presStyleCnt="0"/>
      <dgm:spPr/>
    </dgm:pt>
    <dgm:pt modelId="{4EA6B9A4-7A1C-4458-B63C-10F3DBF7B188}" type="pres">
      <dgm:prSet presAssocID="{22AA018C-23E4-4CE4-B6F5-24E84DF59D7B}" presName="textRect" presStyleLbl="revTx" presStyleIdx="2" presStyleCnt="5">
        <dgm:presLayoutVars>
          <dgm:chMax val="1"/>
          <dgm:chPref val="1"/>
        </dgm:presLayoutVars>
      </dgm:prSet>
      <dgm:spPr/>
    </dgm:pt>
    <dgm:pt modelId="{5DDD5AEF-B73B-49AA-9C41-B2755AD895EB}" type="pres">
      <dgm:prSet presAssocID="{61F69573-D86D-4B7D-91A9-88004FE1F780}" presName="sibTrans" presStyleLbl="sibTrans2D1" presStyleIdx="0" presStyleCnt="0"/>
      <dgm:spPr/>
    </dgm:pt>
    <dgm:pt modelId="{6EC80586-9E24-4717-A251-2F0153691B3E}" type="pres">
      <dgm:prSet presAssocID="{AF15BBE8-AC82-4F3C-830D-C2886F4E1331}" presName="compNode" presStyleCnt="0"/>
      <dgm:spPr/>
    </dgm:pt>
    <dgm:pt modelId="{9A6DB110-DEE0-4ADF-8C11-13104CC9E89B}" type="pres">
      <dgm:prSet presAssocID="{AF15BBE8-AC82-4F3C-830D-C2886F4E1331}" presName="iconBgRect" presStyleLbl="bgShp" presStyleIdx="3" presStyleCnt="5"/>
      <dgm:spPr/>
    </dgm:pt>
    <dgm:pt modelId="{D55ED67D-1D19-411B-A8CC-22C6CC56D5EB}" type="pres">
      <dgm:prSet presAssocID="{AF15BBE8-AC82-4F3C-830D-C2886F4E133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F528D76-4DC7-490E-8690-DF16CE5CED96}" type="pres">
      <dgm:prSet presAssocID="{AF15BBE8-AC82-4F3C-830D-C2886F4E1331}" presName="spaceRect" presStyleCnt="0"/>
      <dgm:spPr/>
    </dgm:pt>
    <dgm:pt modelId="{5BD2257E-84F3-4473-96A6-C421AD502AB0}" type="pres">
      <dgm:prSet presAssocID="{AF15BBE8-AC82-4F3C-830D-C2886F4E1331}" presName="textRect" presStyleLbl="revTx" presStyleIdx="3" presStyleCnt="5">
        <dgm:presLayoutVars>
          <dgm:chMax val="1"/>
          <dgm:chPref val="1"/>
        </dgm:presLayoutVars>
      </dgm:prSet>
      <dgm:spPr/>
    </dgm:pt>
    <dgm:pt modelId="{63F81B50-76A8-47A8-A0A4-70C61835F4D0}" type="pres">
      <dgm:prSet presAssocID="{4ED1F480-ED4D-4CC7-8197-62D04DF1F928}" presName="sibTrans" presStyleLbl="sibTrans2D1" presStyleIdx="0" presStyleCnt="0"/>
      <dgm:spPr/>
    </dgm:pt>
    <dgm:pt modelId="{792F2623-84E1-4512-A3B0-B11D2128BD5F}" type="pres">
      <dgm:prSet presAssocID="{B3FD417D-16EF-41F6-9C80-0F2C4DEB84AD}" presName="compNode" presStyleCnt="0"/>
      <dgm:spPr/>
    </dgm:pt>
    <dgm:pt modelId="{FD4F184C-C9F5-470A-BA5A-B459FBB2690A}" type="pres">
      <dgm:prSet presAssocID="{B3FD417D-16EF-41F6-9C80-0F2C4DEB84AD}" presName="iconBgRect" presStyleLbl="bgShp" presStyleIdx="4" presStyleCnt="5"/>
      <dgm:spPr/>
    </dgm:pt>
    <dgm:pt modelId="{6CC88D4A-D80E-44DA-811C-B73F2854A85E}" type="pres">
      <dgm:prSet presAssocID="{B3FD417D-16EF-41F6-9C80-0F2C4DEB84A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2E83D918-2418-4682-AE4A-1BFFE36D1AD4}" type="pres">
      <dgm:prSet presAssocID="{B3FD417D-16EF-41F6-9C80-0F2C4DEB84AD}" presName="spaceRect" presStyleCnt="0"/>
      <dgm:spPr/>
    </dgm:pt>
    <dgm:pt modelId="{C5594AEB-E7F4-46FB-A8F7-D24C4674C6E2}" type="pres">
      <dgm:prSet presAssocID="{B3FD417D-16EF-41F6-9C80-0F2C4DEB84A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BC97004-E47A-45B1-9F39-C8F8ECB58EE5}" srcId="{C90ED556-47B5-439E-9B1C-7C7047BC8D91}" destId="{22AA018C-23E4-4CE4-B6F5-24E84DF59D7B}" srcOrd="2" destOrd="0" parTransId="{C28228FD-FCEC-44EF-8B87-F0B696846C71}" sibTransId="{61F69573-D86D-4B7D-91A9-88004FE1F780}"/>
    <dgm:cxn modelId="{6F992D29-3415-49E6-A402-07DE1F0A3BB2}" type="presOf" srcId="{4ED1F480-ED4D-4CC7-8197-62D04DF1F928}" destId="{63F81B50-76A8-47A8-A0A4-70C61835F4D0}" srcOrd="0" destOrd="0" presId="urn:microsoft.com/office/officeart/2018/2/layout/IconCircleList"/>
    <dgm:cxn modelId="{08278C2B-29A8-4BFB-AAA9-23A489876963}" srcId="{C90ED556-47B5-439E-9B1C-7C7047BC8D91}" destId="{B3FD417D-16EF-41F6-9C80-0F2C4DEB84AD}" srcOrd="4" destOrd="0" parTransId="{79370EAA-719F-4EEA-A12E-66990F37335D}" sibTransId="{4D1D2AA8-93AC-4175-A99D-A1530F292582}"/>
    <dgm:cxn modelId="{E698142C-1D5C-4071-85FF-E0E09CECE6A5}" type="presOf" srcId="{AF15BBE8-AC82-4F3C-830D-C2886F4E1331}" destId="{5BD2257E-84F3-4473-96A6-C421AD502AB0}" srcOrd="0" destOrd="0" presId="urn:microsoft.com/office/officeart/2018/2/layout/IconCircleList"/>
    <dgm:cxn modelId="{3F13755B-0592-4AFE-9D54-77D8AA5CC003}" type="presOf" srcId="{C90ED556-47B5-439E-9B1C-7C7047BC8D91}" destId="{24DD1356-3C24-4563-92F7-B4F1EC41B758}" srcOrd="0" destOrd="0" presId="urn:microsoft.com/office/officeart/2018/2/layout/IconCircleList"/>
    <dgm:cxn modelId="{DFEF5076-B7D6-4F27-BD45-3EA9F5220443}" type="presOf" srcId="{E6CE7464-5EAB-40B9-B5EE-02D2AE169E78}" destId="{F9570BC4-09B0-4FA1-92FE-DC0F855ED902}" srcOrd="0" destOrd="0" presId="urn:microsoft.com/office/officeart/2018/2/layout/IconCircleList"/>
    <dgm:cxn modelId="{D6B97E7E-C125-483C-B1E2-FFE640FA5101}" type="presOf" srcId="{73996AD7-3A14-45BA-9AE8-BB2CD4732858}" destId="{8075D544-6685-4540-AEBD-71F410763013}" srcOrd="0" destOrd="0" presId="urn:microsoft.com/office/officeart/2018/2/layout/IconCircleList"/>
    <dgm:cxn modelId="{EF3B1CA4-4A12-44B1-BEEE-CB71CA1E6112}" type="presOf" srcId="{61F69573-D86D-4B7D-91A9-88004FE1F780}" destId="{5DDD5AEF-B73B-49AA-9C41-B2755AD895EB}" srcOrd="0" destOrd="0" presId="urn:microsoft.com/office/officeart/2018/2/layout/IconCircleList"/>
    <dgm:cxn modelId="{2FCD27A7-D849-447D-A218-42AC62359CD1}" srcId="{C90ED556-47B5-439E-9B1C-7C7047BC8D91}" destId="{73996AD7-3A14-45BA-9AE8-BB2CD4732858}" srcOrd="0" destOrd="0" parTransId="{FD3E314A-91F5-4038-8AC1-E109450B8944}" sibTransId="{E6CE7464-5EAB-40B9-B5EE-02D2AE169E78}"/>
    <dgm:cxn modelId="{D4218AA8-6F70-47F9-BEC3-F887F56219DD}" srcId="{C90ED556-47B5-439E-9B1C-7C7047BC8D91}" destId="{C3DCD318-4FF4-4925-A47B-DF623A6C02FF}" srcOrd="1" destOrd="0" parTransId="{F2ACB1C1-E254-4FC5-99A9-A7444FF95087}" sibTransId="{DB959FD1-6E07-4343-AE80-EC5CC29B4F76}"/>
    <dgm:cxn modelId="{889246D6-AE63-46F3-935C-7593BD821FFD}" type="presOf" srcId="{22AA018C-23E4-4CE4-B6F5-24E84DF59D7B}" destId="{4EA6B9A4-7A1C-4458-B63C-10F3DBF7B188}" srcOrd="0" destOrd="0" presId="urn:microsoft.com/office/officeart/2018/2/layout/IconCircleList"/>
    <dgm:cxn modelId="{1AD1AEE8-A8A7-435D-807C-B42CE8FE23A7}" srcId="{C90ED556-47B5-439E-9B1C-7C7047BC8D91}" destId="{AF15BBE8-AC82-4F3C-830D-C2886F4E1331}" srcOrd="3" destOrd="0" parTransId="{39A000EC-8679-4D15-B0DE-1D9025B4B9F3}" sibTransId="{4ED1F480-ED4D-4CC7-8197-62D04DF1F928}"/>
    <dgm:cxn modelId="{CD8C17EB-0B0C-4B66-8F40-6B4213987859}" type="presOf" srcId="{C3DCD318-4FF4-4925-A47B-DF623A6C02FF}" destId="{2FB2EF81-811F-4268-A695-0FCEC875CA52}" srcOrd="0" destOrd="0" presId="urn:microsoft.com/office/officeart/2018/2/layout/IconCircleList"/>
    <dgm:cxn modelId="{B3B8FAF1-A943-4CB4-A9F4-5C36E0D8758D}" type="presOf" srcId="{B3FD417D-16EF-41F6-9C80-0F2C4DEB84AD}" destId="{C5594AEB-E7F4-46FB-A8F7-D24C4674C6E2}" srcOrd="0" destOrd="0" presId="urn:microsoft.com/office/officeart/2018/2/layout/IconCircleList"/>
    <dgm:cxn modelId="{61DFC0FD-0C12-4703-ADF1-261A8361BF49}" type="presOf" srcId="{DB959FD1-6E07-4343-AE80-EC5CC29B4F76}" destId="{481C61FF-8F2C-4B44-B541-90B6D95FC4FF}" srcOrd="0" destOrd="0" presId="urn:microsoft.com/office/officeart/2018/2/layout/IconCircleList"/>
    <dgm:cxn modelId="{FF905B61-9F50-410E-9FB3-0F5E5960F355}" type="presParOf" srcId="{24DD1356-3C24-4563-92F7-B4F1EC41B758}" destId="{F47814BA-6232-4370-9FC3-572494AFE235}" srcOrd="0" destOrd="0" presId="urn:microsoft.com/office/officeart/2018/2/layout/IconCircleList"/>
    <dgm:cxn modelId="{AAD08D72-6BAD-497A-8903-CED9DF941B7C}" type="presParOf" srcId="{F47814BA-6232-4370-9FC3-572494AFE235}" destId="{FB28DD5E-B412-4E8C-8BCF-C9583EF64512}" srcOrd="0" destOrd="0" presId="urn:microsoft.com/office/officeart/2018/2/layout/IconCircleList"/>
    <dgm:cxn modelId="{65214874-A046-418D-8E61-4C6750B924D3}" type="presParOf" srcId="{FB28DD5E-B412-4E8C-8BCF-C9583EF64512}" destId="{32784893-5E2A-4EAC-8FEF-DF1B2BEECC95}" srcOrd="0" destOrd="0" presId="urn:microsoft.com/office/officeart/2018/2/layout/IconCircleList"/>
    <dgm:cxn modelId="{94B98B63-5805-4F03-A883-C57D8C2008DB}" type="presParOf" srcId="{FB28DD5E-B412-4E8C-8BCF-C9583EF64512}" destId="{AAB7F5D9-05E4-4D22-A019-C2E938373959}" srcOrd="1" destOrd="0" presId="urn:microsoft.com/office/officeart/2018/2/layout/IconCircleList"/>
    <dgm:cxn modelId="{190D5AC4-56FC-4AD5-804C-4EAB4F5B4A78}" type="presParOf" srcId="{FB28DD5E-B412-4E8C-8BCF-C9583EF64512}" destId="{6D056A8F-115C-48B3-B848-5AC263BA3445}" srcOrd="2" destOrd="0" presId="urn:microsoft.com/office/officeart/2018/2/layout/IconCircleList"/>
    <dgm:cxn modelId="{07FD2A79-8F42-47BD-9D6C-5ABE0455D440}" type="presParOf" srcId="{FB28DD5E-B412-4E8C-8BCF-C9583EF64512}" destId="{8075D544-6685-4540-AEBD-71F410763013}" srcOrd="3" destOrd="0" presId="urn:microsoft.com/office/officeart/2018/2/layout/IconCircleList"/>
    <dgm:cxn modelId="{C066D29F-F2BD-4D5E-8BDD-E4FF06BC1137}" type="presParOf" srcId="{F47814BA-6232-4370-9FC3-572494AFE235}" destId="{F9570BC4-09B0-4FA1-92FE-DC0F855ED902}" srcOrd="1" destOrd="0" presId="urn:microsoft.com/office/officeart/2018/2/layout/IconCircleList"/>
    <dgm:cxn modelId="{C276BF55-FF5C-4ED2-B346-41EC999AA398}" type="presParOf" srcId="{F47814BA-6232-4370-9FC3-572494AFE235}" destId="{1DDDF0BB-E3E0-43CF-B785-71F74011C33E}" srcOrd="2" destOrd="0" presId="urn:microsoft.com/office/officeart/2018/2/layout/IconCircleList"/>
    <dgm:cxn modelId="{A55BE352-D3C1-4A76-97A6-B1E376AD26CE}" type="presParOf" srcId="{1DDDF0BB-E3E0-43CF-B785-71F74011C33E}" destId="{9EE407AE-DF8B-4B5B-B67A-F84860A763BF}" srcOrd="0" destOrd="0" presId="urn:microsoft.com/office/officeart/2018/2/layout/IconCircleList"/>
    <dgm:cxn modelId="{5B766371-EC4C-44BA-9F33-92A5330BE195}" type="presParOf" srcId="{1DDDF0BB-E3E0-43CF-B785-71F74011C33E}" destId="{34AF451D-A26C-4CC1-AB36-68C27F542A69}" srcOrd="1" destOrd="0" presId="urn:microsoft.com/office/officeart/2018/2/layout/IconCircleList"/>
    <dgm:cxn modelId="{9962DD79-3D6C-44CA-8372-3E6F9654B1A2}" type="presParOf" srcId="{1DDDF0BB-E3E0-43CF-B785-71F74011C33E}" destId="{2F24D1AB-D3C6-4ADB-A192-F6967947DEE3}" srcOrd="2" destOrd="0" presId="urn:microsoft.com/office/officeart/2018/2/layout/IconCircleList"/>
    <dgm:cxn modelId="{3670A786-7CF5-4C78-B4C8-12C560EF852B}" type="presParOf" srcId="{1DDDF0BB-E3E0-43CF-B785-71F74011C33E}" destId="{2FB2EF81-811F-4268-A695-0FCEC875CA52}" srcOrd="3" destOrd="0" presId="urn:microsoft.com/office/officeart/2018/2/layout/IconCircleList"/>
    <dgm:cxn modelId="{AA925A37-CC41-441A-BA7E-13A2EAC8CACC}" type="presParOf" srcId="{F47814BA-6232-4370-9FC3-572494AFE235}" destId="{481C61FF-8F2C-4B44-B541-90B6D95FC4FF}" srcOrd="3" destOrd="0" presId="urn:microsoft.com/office/officeart/2018/2/layout/IconCircleList"/>
    <dgm:cxn modelId="{940F7E8F-1BCA-4CB4-8048-AEAF839A6C12}" type="presParOf" srcId="{F47814BA-6232-4370-9FC3-572494AFE235}" destId="{387B8970-6B2D-4E6F-BC49-62433BAC89BF}" srcOrd="4" destOrd="0" presId="urn:microsoft.com/office/officeart/2018/2/layout/IconCircleList"/>
    <dgm:cxn modelId="{9CC906F9-5BEC-4C61-A813-ACBF38EA5F75}" type="presParOf" srcId="{387B8970-6B2D-4E6F-BC49-62433BAC89BF}" destId="{65308D6B-2A6D-4E27-8BCD-D5572B4C7019}" srcOrd="0" destOrd="0" presId="urn:microsoft.com/office/officeart/2018/2/layout/IconCircleList"/>
    <dgm:cxn modelId="{64051090-8626-4CE7-B3F4-9BC418ED9B64}" type="presParOf" srcId="{387B8970-6B2D-4E6F-BC49-62433BAC89BF}" destId="{895B5885-C8C0-4992-8D94-A5E888B6CEB7}" srcOrd="1" destOrd="0" presId="urn:microsoft.com/office/officeart/2018/2/layout/IconCircleList"/>
    <dgm:cxn modelId="{F9782CA9-A3D8-4EFA-B477-3F5E2B265846}" type="presParOf" srcId="{387B8970-6B2D-4E6F-BC49-62433BAC89BF}" destId="{3173FBAC-4025-46D2-8473-83ED83118F19}" srcOrd="2" destOrd="0" presId="urn:microsoft.com/office/officeart/2018/2/layout/IconCircleList"/>
    <dgm:cxn modelId="{E0475D29-035E-4F53-B351-44CE35FEA221}" type="presParOf" srcId="{387B8970-6B2D-4E6F-BC49-62433BAC89BF}" destId="{4EA6B9A4-7A1C-4458-B63C-10F3DBF7B188}" srcOrd="3" destOrd="0" presId="urn:microsoft.com/office/officeart/2018/2/layout/IconCircleList"/>
    <dgm:cxn modelId="{B50F8490-A39D-4A46-B12B-3EFB5A369C40}" type="presParOf" srcId="{F47814BA-6232-4370-9FC3-572494AFE235}" destId="{5DDD5AEF-B73B-49AA-9C41-B2755AD895EB}" srcOrd="5" destOrd="0" presId="urn:microsoft.com/office/officeart/2018/2/layout/IconCircleList"/>
    <dgm:cxn modelId="{86C4459D-6BB2-44E4-8311-9EADFDEFC157}" type="presParOf" srcId="{F47814BA-6232-4370-9FC3-572494AFE235}" destId="{6EC80586-9E24-4717-A251-2F0153691B3E}" srcOrd="6" destOrd="0" presId="urn:microsoft.com/office/officeart/2018/2/layout/IconCircleList"/>
    <dgm:cxn modelId="{F4BAB481-FF2B-4E72-8C49-11F9CB3CBE02}" type="presParOf" srcId="{6EC80586-9E24-4717-A251-2F0153691B3E}" destId="{9A6DB110-DEE0-4ADF-8C11-13104CC9E89B}" srcOrd="0" destOrd="0" presId="urn:microsoft.com/office/officeart/2018/2/layout/IconCircleList"/>
    <dgm:cxn modelId="{3F0CC5A1-BE80-4C2A-B86B-D13864C55365}" type="presParOf" srcId="{6EC80586-9E24-4717-A251-2F0153691B3E}" destId="{D55ED67D-1D19-411B-A8CC-22C6CC56D5EB}" srcOrd="1" destOrd="0" presId="urn:microsoft.com/office/officeart/2018/2/layout/IconCircleList"/>
    <dgm:cxn modelId="{84175644-5F10-4D49-A052-929D16D0F2C0}" type="presParOf" srcId="{6EC80586-9E24-4717-A251-2F0153691B3E}" destId="{1F528D76-4DC7-490E-8690-DF16CE5CED96}" srcOrd="2" destOrd="0" presId="urn:microsoft.com/office/officeart/2018/2/layout/IconCircleList"/>
    <dgm:cxn modelId="{274B517B-3124-422D-9EB8-7671D9DC2DBA}" type="presParOf" srcId="{6EC80586-9E24-4717-A251-2F0153691B3E}" destId="{5BD2257E-84F3-4473-96A6-C421AD502AB0}" srcOrd="3" destOrd="0" presId="urn:microsoft.com/office/officeart/2018/2/layout/IconCircleList"/>
    <dgm:cxn modelId="{E5B2F51C-0B98-4D52-8B36-2248D52CC1E7}" type="presParOf" srcId="{F47814BA-6232-4370-9FC3-572494AFE235}" destId="{63F81B50-76A8-47A8-A0A4-70C61835F4D0}" srcOrd="7" destOrd="0" presId="urn:microsoft.com/office/officeart/2018/2/layout/IconCircleList"/>
    <dgm:cxn modelId="{53916066-E172-4B4F-B037-5DAA21CD7730}" type="presParOf" srcId="{F47814BA-6232-4370-9FC3-572494AFE235}" destId="{792F2623-84E1-4512-A3B0-B11D2128BD5F}" srcOrd="8" destOrd="0" presId="urn:microsoft.com/office/officeart/2018/2/layout/IconCircleList"/>
    <dgm:cxn modelId="{34488C06-2729-4485-BBA8-5C2FB55912C9}" type="presParOf" srcId="{792F2623-84E1-4512-A3B0-B11D2128BD5F}" destId="{FD4F184C-C9F5-470A-BA5A-B459FBB2690A}" srcOrd="0" destOrd="0" presId="urn:microsoft.com/office/officeart/2018/2/layout/IconCircleList"/>
    <dgm:cxn modelId="{074316BC-AFF0-47CE-9B6A-8EBE50019080}" type="presParOf" srcId="{792F2623-84E1-4512-A3B0-B11D2128BD5F}" destId="{6CC88D4A-D80E-44DA-811C-B73F2854A85E}" srcOrd="1" destOrd="0" presId="urn:microsoft.com/office/officeart/2018/2/layout/IconCircleList"/>
    <dgm:cxn modelId="{1BB6F8D5-9ACB-47C9-90D3-9998F3EA8D83}" type="presParOf" srcId="{792F2623-84E1-4512-A3B0-B11D2128BD5F}" destId="{2E83D918-2418-4682-AE4A-1BFFE36D1AD4}" srcOrd="2" destOrd="0" presId="urn:microsoft.com/office/officeart/2018/2/layout/IconCircleList"/>
    <dgm:cxn modelId="{CD2A75FC-6129-4598-B18A-D468CC4EC291}" type="presParOf" srcId="{792F2623-84E1-4512-A3B0-B11D2128BD5F}" destId="{C5594AEB-E7F4-46FB-A8F7-D24C4674C6E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E58D94-4EC0-48A7-978C-D31CE5E5BAF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3002A7A-397C-4B02-B282-C724363372A9}">
      <dgm:prSet/>
      <dgm:spPr/>
      <dgm:t>
        <a:bodyPr/>
        <a:lstStyle/>
        <a:p>
          <a:r>
            <a:rPr lang="en-IN"/>
            <a:t>Average compression ratio:</a:t>
          </a:r>
          <a:endParaRPr lang="en-US"/>
        </a:p>
      </dgm:t>
    </dgm:pt>
    <dgm:pt modelId="{EFCAB269-1936-4041-A069-B3F2BDA85A82}" type="parTrans" cxnId="{4B7F9BA3-810E-4AFE-8C70-B24F9580C595}">
      <dgm:prSet/>
      <dgm:spPr/>
      <dgm:t>
        <a:bodyPr/>
        <a:lstStyle/>
        <a:p>
          <a:endParaRPr lang="en-US"/>
        </a:p>
      </dgm:t>
    </dgm:pt>
    <dgm:pt modelId="{F39E9125-9693-4E0C-8062-45C502CD0A87}" type="sibTrans" cxnId="{4B7F9BA3-810E-4AFE-8C70-B24F9580C595}">
      <dgm:prSet/>
      <dgm:spPr/>
      <dgm:t>
        <a:bodyPr/>
        <a:lstStyle/>
        <a:p>
          <a:endParaRPr lang="en-US"/>
        </a:p>
      </dgm:t>
    </dgm:pt>
    <dgm:pt modelId="{1E794C74-BDAB-46B3-AAA4-299AEF4696BF}">
      <dgm:prSet/>
      <dgm:spPr/>
      <dgm:t>
        <a:bodyPr/>
        <a:lstStyle/>
        <a:p>
          <a:r>
            <a:rPr lang="en-IN"/>
            <a:t>DNACompress → </a:t>
          </a:r>
          <a:r>
            <a:rPr lang="en-IN" b="1"/>
            <a:t>Low (2–4×)</a:t>
          </a:r>
          <a:endParaRPr lang="en-US"/>
        </a:p>
      </dgm:t>
    </dgm:pt>
    <dgm:pt modelId="{CC648E75-006F-48D6-ABA5-DB3DA9A1DEB9}" type="parTrans" cxnId="{5FA11A71-004B-42DC-B64B-43FB204593E5}">
      <dgm:prSet/>
      <dgm:spPr/>
      <dgm:t>
        <a:bodyPr/>
        <a:lstStyle/>
        <a:p>
          <a:endParaRPr lang="en-US"/>
        </a:p>
      </dgm:t>
    </dgm:pt>
    <dgm:pt modelId="{E91E255D-AB35-49A2-A1FF-AD80C3910E9A}" type="sibTrans" cxnId="{5FA11A71-004B-42DC-B64B-43FB204593E5}">
      <dgm:prSet/>
      <dgm:spPr/>
      <dgm:t>
        <a:bodyPr/>
        <a:lstStyle/>
        <a:p>
          <a:endParaRPr lang="en-US"/>
        </a:p>
      </dgm:t>
    </dgm:pt>
    <dgm:pt modelId="{EC921AA3-0C76-429D-8F2C-1C02805891CB}">
      <dgm:prSet/>
      <dgm:spPr/>
      <dgm:t>
        <a:bodyPr/>
        <a:lstStyle/>
        <a:p>
          <a:r>
            <a:rPr lang="en-IN"/>
            <a:t>BioCODE → </a:t>
          </a:r>
          <a:r>
            <a:rPr lang="en-IN" b="1"/>
            <a:t>Medium (2–3×)</a:t>
          </a:r>
          <a:endParaRPr lang="en-US"/>
        </a:p>
      </dgm:t>
    </dgm:pt>
    <dgm:pt modelId="{9B4D30C7-0C9D-4EDA-A034-8AF498ECD886}" type="parTrans" cxnId="{8458310A-DFEF-4B29-95EF-13FF4AD9C906}">
      <dgm:prSet/>
      <dgm:spPr/>
      <dgm:t>
        <a:bodyPr/>
        <a:lstStyle/>
        <a:p>
          <a:endParaRPr lang="en-US"/>
        </a:p>
      </dgm:t>
    </dgm:pt>
    <dgm:pt modelId="{BE00F5AE-F492-4E9A-9419-2000C1BD2B3E}" type="sibTrans" cxnId="{8458310A-DFEF-4B29-95EF-13FF4AD9C906}">
      <dgm:prSet/>
      <dgm:spPr/>
      <dgm:t>
        <a:bodyPr/>
        <a:lstStyle/>
        <a:p>
          <a:endParaRPr lang="en-US"/>
        </a:p>
      </dgm:t>
    </dgm:pt>
    <dgm:pt modelId="{A8CF54E4-3F7A-46B7-B380-472826E1AEC3}">
      <dgm:prSet/>
      <dgm:spPr/>
      <dgm:t>
        <a:bodyPr/>
        <a:lstStyle/>
        <a:p>
          <a:r>
            <a:rPr lang="en-IN"/>
            <a:t>DNABIT Compress → </a:t>
          </a:r>
          <a:r>
            <a:rPr lang="en-IN" b="1"/>
            <a:t>High (10–15×)</a:t>
          </a:r>
          <a:endParaRPr lang="en-US"/>
        </a:p>
      </dgm:t>
    </dgm:pt>
    <dgm:pt modelId="{653D7BBA-4395-45F0-AC81-EB125057E5F9}" type="parTrans" cxnId="{23F7A207-2184-43F5-BEA5-2DC9CEDC8B65}">
      <dgm:prSet/>
      <dgm:spPr/>
      <dgm:t>
        <a:bodyPr/>
        <a:lstStyle/>
        <a:p>
          <a:endParaRPr lang="en-US"/>
        </a:p>
      </dgm:t>
    </dgm:pt>
    <dgm:pt modelId="{62C012CA-6008-479C-BE7D-6F1AE095D3CA}" type="sibTrans" cxnId="{23F7A207-2184-43F5-BEA5-2DC9CEDC8B65}">
      <dgm:prSet/>
      <dgm:spPr/>
      <dgm:t>
        <a:bodyPr/>
        <a:lstStyle/>
        <a:p>
          <a:endParaRPr lang="en-US"/>
        </a:p>
      </dgm:t>
    </dgm:pt>
    <dgm:pt modelId="{A9C73255-8B69-4751-B8CA-472FB5FC8D2A}">
      <dgm:prSet/>
      <dgm:spPr/>
      <dgm:t>
        <a:bodyPr/>
        <a:lstStyle/>
        <a:p>
          <a:r>
            <a:rPr lang="en-IN"/>
            <a:t>Quantum-DNA Hybrid → </a:t>
          </a:r>
          <a:r>
            <a:rPr lang="en-IN" b="1"/>
            <a:t>High but stable (7–12×)</a:t>
          </a:r>
          <a:endParaRPr lang="en-US"/>
        </a:p>
      </dgm:t>
    </dgm:pt>
    <dgm:pt modelId="{41944876-6E8A-4FA4-9AB7-5CC782075F7E}" type="parTrans" cxnId="{CA0CE585-CDB1-48A5-AE05-D989940E2F4E}">
      <dgm:prSet/>
      <dgm:spPr/>
      <dgm:t>
        <a:bodyPr/>
        <a:lstStyle/>
        <a:p>
          <a:endParaRPr lang="en-US"/>
        </a:p>
      </dgm:t>
    </dgm:pt>
    <dgm:pt modelId="{C6CC2F1D-07E6-4A16-87AE-8FB88F47161A}" type="sibTrans" cxnId="{CA0CE585-CDB1-48A5-AE05-D989940E2F4E}">
      <dgm:prSet/>
      <dgm:spPr/>
      <dgm:t>
        <a:bodyPr/>
        <a:lstStyle/>
        <a:p>
          <a:endParaRPr lang="en-US"/>
        </a:p>
      </dgm:t>
    </dgm:pt>
    <dgm:pt modelId="{90B86F6F-21DC-4FF7-9FBE-55DAFCC1EB19}">
      <dgm:prSet/>
      <dgm:spPr/>
      <dgm:t>
        <a:bodyPr/>
        <a:lstStyle/>
        <a:p>
          <a:r>
            <a:rPr lang="en-IN" b="1"/>
            <a:t>Observation:</a:t>
          </a:r>
          <a:br>
            <a:rPr lang="en-IN"/>
          </a:br>
          <a:r>
            <a:rPr lang="en-IN"/>
            <a:t>DNABIT gives best compression; Quantum-DNA gives best balance.</a:t>
          </a:r>
          <a:endParaRPr lang="en-US"/>
        </a:p>
      </dgm:t>
    </dgm:pt>
    <dgm:pt modelId="{9CB6A8FA-D1AB-4885-B6A8-E631093B6D28}" type="parTrans" cxnId="{34372E4C-7586-43FF-B9B6-ABD133D21F0D}">
      <dgm:prSet/>
      <dgm:spPr/>
      <dgm:t>
        <a:bodyPr/>
        <a:lstStyle/>
        <a:p>
          <a:endParaRPr lang="en-US"/>
        </a:p>
      </dgm:t>
    </dgm:pt>
    <dgm:pt modelId="{259494E5-7404-4A68-BDD1-C2858FE82DC9}" type="sibTrans" cxnId="{34372E4C-7586-43FF-B9B6-ABD133D21F0D}">
      <dgm:prSet/>
      <dgm:spPr/>
      <dgm:t>
        <a:bodyPr/>
        <a:lstStyle/>
        <a:p>
          <a:endParaRPr lang="en-US"/>
        </a:p>
      </dgm:t>
    </dgm:pt>
    <dgm:pt modelId="{A36999E2-4B96-406B-89F9-305C4640BA86}" type="pres">
      <dgm:prSet presAssocID="{C7E58D94-4EC0-48A7-978C-D31CE5E5BAF6}" presName="Name0" presStyleCnt="0">
        <dgm:presLayoutVars>
          <dgm:dir/>
          <dgm:resizeHandles val="exact"/>
        </dgm:presLayoutVars>
      </dgm:prSet>
      <dgm:spPr/>
    </dgm:pt>
    <dgm:pt modelId="{AD3B3D7F-5976-478C-A41F-91E5962F4281}" type="pres">
      <dgm:prSet presAssocID="{63002A7A-397C-4B02-B282-C724363372A9}" presName="node" presStyleLbl="node1" presStyleIdx="0" presStyleCnt="6">
        <dgm:presLayoutVars>
          <dgm:bulletEnabled val="1"/>
        </dgm:presLayoutVars>
      </dgm:prSet>
      <dgm:spPr/>
    </dgm:pt>
    <dgm:pt modelId="{D0079A5E-B0B7-440D-96A1-B0610ABE80C5}" type="pres">
      <dgm:prSet presAssocID="{F39E9125-9693-4E0C-8062-45C502CD0A87}" presName="sibTrans" presStyleLbl="sibTrans1D1" presStyleIdx="0" presStyleCnt="5"/>
      <dgm:spPr/>
    </dgm:pt>
    <dgm:pt modelId="{808F0030-41B4-4157-A785-709DA6A9EBA5}" type="pres">
      <dgm:prSet presAssocID="{F39E9125-9693-4E0C-8062-45C502CD0A87}" presName="connectorText" presStyleLbl="sibTrans1D1" presStyleIdx="0" presStyleCnt="5"/>
      <dgm:spPr/>
    </dgm:pt>
    <dgm:pt modelId="{DE6244CD-230D-4638-8AAE-5986FD9A3592}" type="pres">
      <dgm:prSet presAssocID="{1E794C74-BDAB-46B3-AAA4-299AEF4696BF}" presName="node" presStyleLbl="node1" presStyleIdx="1" presStyleCnt="6">
        <dgm:presLayoutVars>
          <dgm:bulletEnabled val="1"/>
        </dgm:presLayoutVars>
      </dgm:prSet>
      <dgm:spPr/>
    </dgm:pt>
    <dgm:pt modelId="{E44E8984-9ED1-476A-A5CC-08E9A84FDFD8}" type="pres">
      <dgm:prSet presAssocID="{E91E255D-AB35-49A2-A1FF-AD80C3910E9A}" presName="sibTrans" presStyleLbl="sibTrans1D1" presStyleIdx="1" presStyleCnt="5"/>
      <dgm:spPr/>
    </dgm:pt>
    <dgm:pt modelId="{0A7395F8-8A33-45EA-95CE-2793E9A43A98}" type="pres">
      <dgm:prSet presAssocID="{E91E255D-AB35-49A2-A1FF-AD80C3910E9A}" presName="connectorText" presStyleLbl="sibTrans1D1" presStyleIdx="1" presStyleCnt="5"/>
      <dgm:spPr/>
    </dgm:pt>
    <dgm:pt modelId="{3FDF14B8-0265-4870-B38F-85B494970C4D}" type="pres">
      <dgm:prSet presAssocID="{EC921AA3-0C76-429D-8F2C-1C02805891CB}" presName="node" presStyleLbl="node1" presStyleIdx="2" presStyleCnt="6">
        <dgm:presLayoutVars>
          <dgm:bulletEnabled val="1"/>
        </dgm:presLayoutVars>
      </dgm:prSet>
      <dgm:spPr/>
    </dgm:pt>
    <dgm:pt modelId="{30A5EE55-A605-414A-B05D-EFF8DB7C8E91}" type="pres">
      <dgm:prSet presAssocID="{BE00F5AE-F492-4E9A-9419-2000C1BD2B3E}" presName="sibTrans" presStyleLbl="sibTrans1D1" presStyleIdx="2" presStyleCnt="5"/>
      <dgm:spPr/>
    </dgm:pt>
    <dgm:pt modelId="{8C9CFDE4-024C-41FD-B81D-C493A9C742B2}" type="pres">
      <dgm:prSet presAssocID="{BE00F5AE-F492-4E9A-9419-2000C1BD2B3E}" presName="connectorText" presStyleLbl="sibTrans1D1" presStyleIdx="2" presStyleCnt="5"/>
      <dgm:spPr/>
    </dgm:pt>
    <dgm:pt modelId="{92C1E442-7FBA-4302-84C8-9F27C7EC3037}" type="pres">
      <dgm:prSet presAssocID="{A8CF54E4-3F7A-46B7-B380-472826E1AEC3}" presName="node" presStyleLbl="node1" presStyleIdx="3" presStyleCnt="6">
        <dgm:presLayoutVars>
          <dgm:bulletEnabled val="1"/>
        </dgm:presLayoutVars>
      </dgm:prSet>
      <dgm:spPr/>
    </dgm:pt>
    <dgm:pt modelId="{0228B8A5-8AA7-488F-AE22-96EF94798AC3}" type="pres">
      <dgm:prSet presAssocID="{62C012CA-6008-479C-BE7D-6F1AE095D3CA}" presName="sibTrans" presStyleLbl="sibTrans1D1" presStyleIdx="3" presStyleCnt="5"/>
      <dgm:spPr/>
    </dgm:pt>
    <dgm:pt modelId="{9B030D13-A4D1-4998-AA04-B771BA607908}" type="pres">
      <dgm:prSet presAssocID="{62C012CA-6008-479C-BE7D-6F1AE095D3CA}" presName="connectorText" presStyleLbl="sibTrans1D1" presStyleIdx="3" presStyleCnt="5"/>
      <dgm:spPr/>
    </dgm:pt>
    <dgm:pt modelId="{3CB6C7E6-4253-462B-B172-579C98AD1618}" type="pres">
      <dgm:prSet presAssocID="{A9C73255-8B69-4751-B8CA-472FB5FC8D2A}" presName="node" presStyleLbl="node1" presStyleIdx="4" presStyleCnt="6">
        <dgm:presLayoutVars>
          <dgm:bulletEnabled val="1"/>
        </dgm:presLayoutVars>
      </dgm:prSet>
      <dgm:spPr/>
    </dgm:pt>
    <dgm:pt modelId="{60C1CA6C-73CD-4932-92AF-1D10EFA75411}" type="pres">
      <dgm:prSet presAssocID="{C6CC2F1D-07E6-4A16-87AE-8FB88F47161A}" presName="sibTrans" presStyleLbl="sibTrans1D1" presStyleIdx="4" presStyleCnt="5"/>
      <dgm:spPr/>
    </dgm:pt>
    <dgm:pt modelId="{77DD057F-0D03-41BF-84EB-A68E9C5FFDAD}" type="pres">
      <dgm:prSet presAssocID="{C6CC2F1D-07E6-4A16-87AE-8FB88F47161A}" presName="connectorText" presStyleLbl="sibTrans1D1" presStyleIdx="4" presStyleCnt="5"/>
      <dgm:spPr/>
    </dgm:pt>
    <dgm:pt modelId="{442EF4F0-7537-4A49-8B41-FB0490DA41DC}" type="pres">
      <dgm:prSet presAssocID="{90B86F6F-21DC-4FF7-9FBE-55DAFCC1EB19}" presName="node" presStyleLbl="node1" presStyleIdx="5" presStyleCnt="6">
        <dgm:presLayoutVars>
          <dgm:bulletEnabled val="1"/>
        </dgm:presLayoutVars>
      </dgm:prSet>
      <dgm:spPr/>
    </dgm:pt>
  </dgm:ptLst>
  <dgm:cxnLst>
    <dgm:cxn modelId="{23F7A207-2184-43F5-BEA5-2DC9CEDC8B65}" srcId="{C7E58D94-4EC0-48A7-978C-D31CE5E5BAF6}" destId="{A8CF54E4-3F7A-46B7-B380-472826E1AEC3}" srcOrd="3" destOrd="0" parTransId="{653D7BBA-4395-45F0-AC81-EB125057E5F9}" sibTransId="{62C012CA-6008-479C-BE7D-6F1AE095D3CA}"/>
    <dgm:cxn modelId="{8458310A-DFEF-4B29-95EF-13FF4AD9C906}" srcId="{C7E58D94-4EC0-48A7-978C-D31CE5E5BAF6}" destId="{EC921AA3-0C76-429D-8F2C-1C02805891CB}" srcOrd="2" destOrd="0" parTransId="{9B4D30C7-0C9D-4EDA-A034-8AF498ECD886}" sibTransId="{BE00F5AE-F492-4E9A-9419-2000C1BD2B3E}"/>
    <dgm:cxn modelId="{0CC9711D-E9B0-48AC-B0A8-2073AB38F9CA}" type="presOf" srcId="{F39E9125-9693-4E0C-8062-45C502CD0A87}" destId="{D0079A5E-B0B7-440D-96A1-B0610ABE80C5}" srcOrd="0" destOrd="0" presId="urn:microsoft.com/office/officeart/2016/7/layout/RepeatingBendingProcessNew"/>
    <dgm:cxn modelId="{FBF37E2D-71EE-44B3-B0CE-B29DC7C0CE52}" type="presOf" srcId="{63002A7A-397C-4B02-B282-C724363372A9}" destId="{AD3B3D7F-5976-478C-A41F-91E5962F4281}" srcOrd="0" destOrd="0" presId="urn:microsoft.com/office/officeart/2016/7/layout/RepeatingBendingProcessNew"/>
    <dgm:cxn modelId="{B9017B3A-2059-4A76-9BB3-86341B4D732B}" type="presOf" srcId="{E91E255D-AB35-49A2-A1FF-AD80C3910E9A}" destId="{E44E8984-9ED1-476A-A5CC-08E9A84FDFD8}" srcOrd="0" destOrd="0" presId="urn:microsoft.com/office/officeart/2016/7/layout/RepeatingBendingProcessNew"/>
    <dgm:cxn modelId="{45402B3B-B168-4B50-A036-CFD3FD5FDBB1}" type="presOf" srcId="{C7E58D94-4EC0-48A7-978C-D31CE5E5BAF6}" destId="{A36999E2-4B96-406B-89F9-305C4640BA86}" srcOrd="0" destOrd="0" presId="urn:microsoft.com/office/officeart/2016/7/layout/RepeatingBendingProcessNew"/>
    <dgm:cxn modelId="{4CD5F866-24B7-4775-942C-7E6CEE37A5C8}" type="presOf" srcId="{C6CC2F1D-07E6-4A16-87AE-8FB88F47161A}" destId="{77DD057F-0D03-41BF-84EB-A68E9C5FFDAD}" srcOrd="1" destOrd="0" presId="urn:microsoft.com/office/officeart/2016/7/layout/RepeatingBendingProcessNew"/>
    <dgm:cxn modelId="{CB136C67-A6C0-4DED-92AF-1AAD31EA381F}" type="presOf" srcId="{E91E255D-AB35-49A2-A1FF-AD80C3910E9A}" destId="{0A7395F8-8A33-45EA-95CE-2793E9A43A98}" srcOrd="1" destOrd="0" presId="urn:microsoft.com/office/officeart/2016/7/layout/RepeatingBendingProcessNew"/>
    <dgm:cxn modelId="{550AED69-62FF-4071-A496-699A681CB025}" type="presOf" srcId="{F39E9125-9693-4E0C-8062-45C502CD0A87}" destId="{808F0030-41B4-4157-A785-709DA6A9EBA5}" srcOrd="1" destOrd="0" presId="urn:microsoft.com/office/officeart/2016/7/layout/RepeatingBendingProcessNew"/>
    <dgm:cxn modelId="{34372E4C-7586-43FF-B9B6-ABD133D21F0D}" srcId="{C7E58D94-4EC0-48A7-978C-D31CE5E5BAF6}" destId="{90B86F6F-21DC-4FF7-9FBE-55DAFCC1EB19}" srcOrd="5" destOrd="0" parTransId="{9CB6A8FA-D1AB-4885-B6A8-E631093B6D28}" sibTransId="{259494E5-7404-4A68-BDD1-C2858FE82DC9}"/>
    <dgm:cxn modelId="{5FA11A71-004B-42DC-B64B-43FB204593E5}" srcId="{C7E58D94-4EC0-48A7-978C-D31CE5E5BAF6}" destId="{1E794C74-BDAB-46B3-AAA4-299AEF4696BF}" srcOrd="1" destOrd="0" parTransId="{CC648E75-006F-48D6-ABA5-DB3DA9A1DEB9}" sibTransId="{E91E255D-AB35-49A2-A1FF-AD80C3910E9A}"/>
    <dgm:cxn modelId="{C4BEA351-5C67-4691-8B55-436B8CE788A0}" type="presOf" srcId="{A9C73255-8B69-4751-B8CA-472FB5FC8D2A}" destId="{3CB6C7E6-4253-462B-B172-579C98AD1618}" srcOrd="0" destOrd="0" presId="urn:microsoft.com/office/officeart/2016/7/layout/RepeatingBendingProcessNew"/>
    <dgm:cxn modelId="{B06A3C7D-F091-4B9F-8E02-278025D36770}" type="presOf" srcId="{C6CC2F1D-07E6-4A16-87AE-8FB88F47161A}" destId="{60C1CA6C-73CD-4932-92AF-1D10EFA75411}" srcOrd="0" destOrd="0" presId="urn:microsoft.com/office/officeart/2016/7/layout/RepeatingBendingProcessNew"/>
    <dgm:cxn modelId="{CA0CE585-CDB1-48A5-AE05-D989940E2F4E}" srcId="{C7E58D94-4EC0-48A7-978C-D31CE5E5BAF6}" destId="{A9C73255-8B69-4751-B8CA-472FB5FC8D2A}" srcOrd="4" destOrd="0" parTransId="{41944876-6E8A-4FA4-9AB7-5CC782075F7E}" sibTransId="{C6CC2F1D-07E6-4A16-87AE-8FB88F47161A}"/>
    <dgm:cxn modelId="{D59CB48A-88FA-4D77-B3F1-1FB0CC2F4461}" type="presOf" srcId="{62C012CA-6008-479C-BE7D-6F1AE095D3CA}" destId="{0228B8A5-8AA7-488F-AE22-96EF94798AC3}" srcOrd="0" destOrd="0" presId="urn:microsoft.com/office/officeart/2016/7/layout/RepeatingBendingProcessNew"/>
    <dgm:cxn modelId="{25CA91A0-769E-411D-9874-0A2C0A70AF45}" type="presOf" srcId="{BE00F5AE-F492-4E9A-9419-2000C1BD2B3E}" destId="{8C9CFDE4-024C-41FD-B81D-C493A9C742B2}" srcOrd="1" destOrd="0" presId="urn:microsoft.com/office/officeart/2016/7/layout/RepeatingBendingProcessNew"/>
    <dgm:cxn modelId="{E0FE91A1-31B5-46A6-9FB5-F07AF57FE78B}" type="presOf" srcId="{1E794C74-BDAB-46B3-AAA4-299AEF4696BF}" destId="{DE6244CD-230D-4638-8AAE-5986FD9A3592}" srcOrd="0" destOrd="0" presId="urn:microsoft.com/office/officeart/2016/7/layout/RepeatingBendingProcessNew"/>
    <dgm:cxn modelId="{4B7F9BA3-810E-4AFE-8C70-B24F9580C595}" srcId="{C7E58D94-4EC0-48A7-978C-D31CE5E5BAF6}" destId="{63002A7A-397C-4B02-B282-C724363372A9}" srcOrd="0" destOrd="0" parTransId="{EFCAB269-1936-4041-A069-B3F2BDA85A82}" sibTransId="{F39E9125-9693-4E0C-8062-45C502CD0A87}"/>
    <dgm:cxn modelId="{7333C2B0-2568-4D9A-945F-A1D90A884C35}" type="presOf" srcId="{90B86F6F-21DC-4FF7-9FBE-55DAFCC1EB19}" destId="{442EF4F0-7537-4A49-8B41-FB0490DA41DC}" srcOrd="0" destOrd="0" presId="urn:microsoft.com/office/officeart/2016/7/layout/RepeatingBendingProcessNew"/>
    <dgm:cxn modelId="{640120B3-2414-4F89-916C-1322B03CC5A3}" type="presOf" srcId="{EC921AA3-0C76-429D-8F2C-1C02805891CB}" destId="{3FDF14B8-0265-4870-B38F-85B494970C4D}" srcOrd="0" destOrd="0" presId="urn:microsoft.com/office/officeart/2016/7/layout/RepeatingBendingProcessNew"/>
    <dgm:cxn modelId="{EB112CCB-7C4C-4CF5-A763-3E8DCB06A5AE}" type="presOf" srcId="{BE00F5AE-F492-4E9A-9419-2000C1BD2B3E}" destId="{30A5EE55-A605-414A-B05D-EFF8DB7C8E91}" srcOrd="0" destOrd="0" presId="urn:microsoft.com/office/officeart/2016/7/layout/RepeatingBendingProcessNew"/>
    <dgm:cxn modelId="{CAD906DC-CF95-4F7C-B112-873552C75412}" type="presOf" srcId="{62C012CA-6008-479C-BE7D-6F1AE095D3CA}" destId="{9B030D13-A4D1-4998-AA04-B771BA607908}" srcOrd="1" destOrd="0" presId="urn:microsoft.com/office/officeart/2016/7/layout/RepeatingBendingProcessNew"/>
    <dgm:cxn modelId="{384500F9-F727-4721-9556-C96EAE2962A7}" type="presOf" srcId="{A8CF54E4-3F7A-46B7-B380-472826E1AEC3}" destId="{92C1E442-7FBA-4302-84C8-9F27C7EC3037}" srcOrd="0" destOrd="0" presId="urn:microsoft.com/office/officeart/2016/7/layout/RepeatingBendingProcessNew"/>
    <dgm:cxn modelId="{4C43F731-1B8E-4A4A-A5AD-11CF669F8F9E}" type="presParOf" srcId="{A36999E2-4B96-406B-89F9-305C4640BA86}" destId="{AD3B3D7F-5976-478C-A41F-91E5962F4281}" srcOrd="0" destOrd="0" presId="urn:microsoft.com/office/officeart/2016/7/layout/RepeatingBendingProcessNew"/>
    <dgm:cxn modelId="{4F530F48-8831-458A-8F6C-F813062DDDDD}" type="presParOf" srcId="{A36999E2-4B96-406B-89F9-305C4640BA86}" destId="{D0079A5E-B0B7-440D-96A1-B0610ABE80C5}" srcOrd="1" destOrd="0" presId="urn:microsoft.com/office/officeart/2016/7/layout/RepeatingBendingProcessNew"/>
    <dgm:cxn modelId="{AC5B9D86-A23D-4959-9ED6-607229314D42}" type="presParOf" srcId="{D0079A5E-B0B7-440D-96A1-B0610ABE80C5}" destId="{808F0030-41B4-4157-A785-709DA6A9EBA5}" srcOrd="0" destOrd="0" presId="urn:microsoft.com/office/officeart/2016/7/layout/RepeatingBendingProcessNew"/>
    <dgm:cxn modelId="{C0AB1334-F73F-4207-B217-F5F2087C9BD3}" type="presParOf" srcId="{A36999E2-4B96-406B-89F9-305C4640BA86}" destId="{DE6244CD-230D-4638-8AAE-5986FD9A3592}" srcOrd="2" destOrd="0" presId="urn:microsoft.com/office/officeart/2016/7/layout/RepeatingBendingProcessNew"/>
    <dgm:cxn modelId="{F1D6AC94-636E-47B8-8EE8-0BAB199856CB}" type="presParOf" srcId="{A36999E2-4B96-406B-89F9-305C4640BA86}" destId="{E44E8984-9ED1-476A-A5CC-08E9A84FDFD8}" srcOrd="3" destOrd="0" presId="urn:microsoft.com/office/officeart/2016/7/layout/RepeatingBendingProcessNew"/>
    <dgm:cxn modelId="{DF6E0EF3-04F7-48D8-8E01-93C7A6180CE6}" type="presParOf" srcId="{E44E8984-9ED1-476A-A5CC-08E9A84FDFD8}" destId="{0A7395F8-8A33-45EA-95CE-2793E9A43A98}" srcOrd="0" destOrd="0" presId="urn:microsoft.com/office/officeart/2016/7/layout/RepeatingBendingProcessNew"/>
    <dgm:cxn modelId="{EEB883D5-8691-4F5B-B9A9-7886E8964C76}" type="presParOf" srcId="{A36999E2-4B96-406B-89F9-305C4640BA86}" destId="{3FDF14B8-0265-4870-B38F-85B494970C4D}" srcOrd="4" destOrd="0" presId="urn:microsoft.com/office/officeart/2016/7/layout/RepeatingBendingProcessNew"/>
    <dgm:cxn modelId="{ECFE5153-AA61-48E5-AE5B-0499BFBE84F6}" type="presParOf" srcId="{A36999E2-4B96-406B-89F9-305C4640BA86}" destId="{30A5EE55-A605-414A-B05D-EFF8DB7C8E91}" srcOrd="5" destOrd="0" presId="urn:microsoft.com/office/officeart/2016/7/layout/RepeatingBendingProcessNew"/>
    <dgm:cxn modelId="{ED9B564A-0D02-4D0D-BA34-F31713F5702B}" type="presParOf" srcId="{30A5EE55-A605-414A-B05D-EFF8DB7C8E91}" destId="{8C9CFDE4-024C-41FD-B81D-C493A9C742B2}" srcOrd="0" destOrd="0" presId="urn:microsoft.com/office/officeart/2016/7/layout/RepeatingBendingProcessNew"/>
    <dgm:cxn modelId="{8751ABDE-1CE4-4C1F-864E-48599E049CD5}" type="presParOf" srcId="{A36999E2-4B96-406B-89F9-305C4640BA86}" destId="{92C1E442-7FBA-4302-84C8-9F27C7EC3037}" srcOrd="6" destOrd="0" presId="urn:microsoft.com/office/officeart/2016/7/layout/RepeatingBendingProcessNew"/>
    <dgm:cxn modelId="{07DFEE38-FA62-4BC1-9AB8-C36BAA59303F}" type="presParOf" srcId="{A36999E2-4B96-406B-89F9-305C4640BA86}" destId="{0228B8A5-8AA7-488F-AE22-96EF94798AC3}" srcOrd="7" destOrd="0" presId="urn:microsoft.com/office/officeart/2016/7/layout/RepeatingBendingProcessNew"/>
    <dgm:cxn modelId="{FA9D2CCE-6E09-448A-B999-A8B52E7DBD9C}" type="presParOf" srcId="{0228B8A5-8AA7-488F-AE22-96EF94798AC3}" destId="{9B030D13-A4D1-4998-AA04-B771BA607908}" srcOrd="0" destOrd="0" presId="urn:microsoft.com/office/officeart/2016/7/layout/RepeatingBendingProcessNew"/>
    <dgm:cxn modelId="{156D8346-8523-4EB2-A629-57BF4CC15EF2}" type="presParOf" srcId="{A36999E2-4B96-406B-89F9-305C4640BA86}" destId="{3CB6C7E6-4253-462B-B172-579C98AD1618}" srcOrd="8" destOrd="0" presId="urn:microsoft.com/office/officeart/2016/7/layout/RepeatingBendingProcessNew"/>
    <dgm:cxn modelId="{B16C2A97-328B-42BA-AF66-A3D4EAE9C1A7}" type="presParOf" srcId="{A36999E2-4B96-406B-89F9-305C4640BA86}" destId="{60C1CA6C-73CD-4932-92AF-1D10EFA75411}" srcOrd="9" destOrd="0" presId="urn:microsoft.com/office/officeart/2016/7/layout/RepeatingBendingProcessNew"/>
    <dgm:cxn modelId="{BFC9D843-6885-4F85-97F4-D80AA7F35286}" type="presParOf" srcId="{60C1CA6C-73CD-4932-92AF-1D10EFA75411}" destId="{77DD057F-0D03-41BF-84EB-A68E9C5FFDAD}" srcOrd="0" destOrd="0" presId="urn:microsoft.com/office/officeart/2016/7/layout/RepeatingBendingProcessNew"/>
    <dgm:cxn modelId="{6D914C73-D16B-4A57-AF3F-84084474A523}" type="presParOf" srcId="{A36999E2-4B96-406B-89F9-305C4640BA86}" destId="{442EF4F0-7537-4A49-8B41-FB0490DA41D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B3B3F-7DE2-4F60-B098-4D4D90A914F2}">
      <dsp:nvSpPr>
        <dsp:cNvPr id="0" name=""/>
        <dsp:cNvSpPr/>
      </dsp:nvSpPr>
      <dsp:spPr>
        <a:xfrm>
          <a:off x="0" y="0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C16CD5-7112-4176-9169-CD0F59EA0D2C}">
      <dsp:nvSpPr>
        <dsp:cNvPr id="0" name=""/>
        <dsp:cNvSpPr/>
      </dsp:nvSpPr>
      <dsp:spPr>
        <a:xfrm>
          <a:off x="0" y="0"/>
          <a:ext cx="10131425" cy="91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DNA data is growing very fast due to genome sequencing.</a:t>
          </a:r>
          <a:endParaRPr lang="en-US" sz="2600" kern="1200"/>
        </a:p>
      </dsp:txBody>
      <dsp:txXfrm>
        <a:off x="0" y="0"/>
        <a:ext cx="10131425" cy="912283"/>
      </dsp:txXfrm>
    </dsp:sp>
    <dsp:sp modelId="{9CE3FF51-8F82-439D-A7BB-070899E2CD70}">
      <dsp:nvSpPr>
        <dsp:cNvPr id="0" name=""/>
        <dsp:cNvSpPr/>
      </dsp:nvSpPr>
      <dsp:spPr>
        <a:xfrm>
          <a:off x="0" y="912283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B15AAF-F42A-48A6-8FD5-A1B6BD63DDF7}">
      <dsp:nvSpPr>
        <dsp:cNvPr id="0" name=""/>
        <dsp:cNvSpPr/>
      </dsp:nvSpPr>
      <dsp:spPr>
        <a:xfrm>
          <a:off x="0" y="912283"/>
          <a:ext cx="10131425" cy="91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Storing, transferring, and analyzing DNA requires huge space.</a:t>
          </a:r>
          <a:endParaRPr lang="en-US" sz="2600" kern="1200"/>
        </a:p>
      </dsp:txBody>
      <dsp:txXfrm>
        <a:off x="0" y="912283"/>
        <a:ext cx="10131425" cy="912283"/>
      </dsp:txXfrm>
    </dsp:sp>
    <dsp:sp modelId="{5912932C-8880-4F44-AC88-6F2AFC2F6768}">
      <dsp:nvSpPr>
        <dsp:cNvPr id="0" name=""/>
        <dsp:cNvSpPr/>
      </dsp:nvSpPr>
      <dsp:spPr>
        <a:xfrm>
          <a:off x="0" y="1824566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A179E-1B1C-43A2-A998-8C8DF45030E8}">
      <dsp:nvSpPr>
        <dsp:cNvPr id="0" name=""/>
        <dsp:cNvSpPr/>
      </dsp:nvSpPr>
      <dsp:spPr>
        <a:xfrm>
          <a:off x="0" y="1824566"/>
          <a:ext cx="10131425" cy="91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Normal compression tools (ZIP, GZIP) are </a:t>
          </a:r>
          <a:r>
            <a:rPr lang="en-US" sz="2600" b="1" i="0" kern="1200" baseline="0"/>
            <a:t>not optimized</a:t>
          </a:r>
          <a:r>
            <a:rPr lang="en-US" sz="2600" b="0" i="0" kern="1200" baseline="0"/>
            <a:t> for DNA.</a:t>
          </a:r>
          <a:endParaRPr lang="en-US" sz="2600" kern="1200"/>
        </a:p>
      </dsp:txBody>
      <dsp:txXfrm>
        <a:off x="0" y="1824566"/>
        <a:ext cx="10131425" cy="912283"/>
      </dsp:txXfrm>
    </dsp:sp>
    <dsp:sp modelId="{5B4DDF9F-6FE1-4D89-B810-85056CAAE3CF}">
      <dsp:nvSpPr>
        <dsp:cNvPr id="0" name=""/>
        <dsp:cNvSpPr/>
      </dsp:nvSpPr>
      <dsp:spPr>
        <a:xfrm>
          <a:off x="0" y="2736849"/>
          <a:ext cx="10131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45B31-48FD-4CBE-AC3C-D6D55816277B}">
      <dsp:nvSpPr>
        <dsp:cNvPr id="0" name=""/>
        <dsp:cNvSpPr/>
      </dsp:nvSpPr>
      <dsp:spPr>
        <a:xfrm>
          <a:off x="0" y="2736849"/>
          <a:ext cx="10131425" cy="91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Specialized algorithms can exploit biological patterns to compress better.</a:t>
          </a:r>
          <a:endParaRPr lang="en-US" sz="2600" kern="1200"/>
        </a:p>
      </dsp:txBody>
      <dsp:txXfrm>
        <a:off x="0" y="2736849"/>
        <a:ext cx="10131425" cy="9122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406E1-6D8D-407C-860C-D2210A5B98F4}">
      <dsp:nvSpPr>
        <dsp:cNvPr id="0" name=""/>
        <dsp:cNvSpPr/>
      </dsp:nvSpPr>
      <dsp:spPr>
        <a:xfrm>
          <a:off x="484668" y="451419"/>
          <a:ext cx="790224" cy="7902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8F283-075B-43EC-976F-1C86AA7EBA06}">
      <dsp:nvSpPr>
        <dsp:cNvPr id="0" name=""/>
        <dsp:cNvSpPr/>
      </dsp:nvSpPr>
      <dsp:spPr>
        <a:xfrm>
          <a:off x="1753" y="1536676"/>
          <a:ext cx="1756054" cy="70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DNA has:</a:t>
          </a:r>
          <a:endParaRPr lang="en-US" sz="1200" kern="1200"/>
        </a:p>
      </dsp:txBody>
      <dsp:txXfrm>
        <a:off x="1753" y="1536676"/>
        <a:ext cx="1756054" cy="702421"/>
      </dsp:txXfrm>
    </dsp:sp>
    <dsp:sp modelId="{3073E8FC-099B-4921-B745-D59E49DB5C0F}">
      <dsp:nvSpPr>
        <dsp:cNvPr id="0" name=""/>
        <dsp:cNvSpPr/>
      </dsp:nvSpPr>
      <dsp:spPr>
        <a:xfrm>
          <a:off x="2548033" y="451419"/>
          <a:ext cx="790224" cy="7902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3B21E-DA1D-458F-BB28-D427769B02DE}">
      <dsp:nvSpPr>
        <dsp:cNvPr id="0" name=""/>
        <dsp:cNvSpPr/>
      </dsp:nvSpPr>
      <dsp:spPr>
        <a:xfrm>
          <a:off x="2065118" y="1536676"/>
          <a:ext cx="1756054" cy="70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Only 4 letters: A, C, G, T</a:t>
          </a:r>
          <a:endParaRPr lang="en-US" sz="1200" kern="1200"/>
        </a:p>
      </dsp:txBody>
      <dsp:txXfrm>
        <a:off x="2065118" y="1536676"/>
        <a:ext cx="1756054" cy="702421"/>
      </dsp:txXfrm>
    </dsp:sp>
    <dsp:sp modelId="{7636539A-1393-4E5B-BCB0-ACB7344C330D}">
      <dsp:nvSpPr>
        <dsp:cNvPr id="0" name=""/>
        <dsp:cNvSpPr/>
      </dsp:nvSpPr>
      <dsp:spPr>
        <a:xfrm>
          <a:off x="4611397" y="451419"/>
          <a:ext cx="790224" cy="7902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A6B23-B82B-4277-B947-1A53A76AAAA3}">
      <dsp:nvSpPr>
        <dsp:cNvPr id="0" name=""/>
        <dsp:cNvSpPr/>
      </dsp:nvSpPr>
      <dsp:spPr>
        <a:xfrm>
          <a:off x="4128482" y="1536676"/>
          <a:ext cx="1756054" cy="70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Many repeating sequences</a:t>
          </a:r>
          <a:endParaRPr lang="en-US" sz="1200" kern="1200"/>
        </a:p>
      </dsp:txBody>
      <dsp:txXfrm>
        <a:off x="4128482" y="1536676"/>
        <a:ext cx="1756054" cy="702421"/>
      </dsp:txXfrm>
    </dsp:sp>
    <dsp:sp modelId="{654EB5DB-B1BF-4045-826B-050BC17767C3}">
      <dsp:nvSpPr>
        <dsp:cNvPr id="0" name=""/>
        <dsp:cNvSpPr/>
      </dsp:nvSpPr>
      <dsp:spPr>
        <a:xfrm>
          <a:off x="484668" y="2678112"/>
          <a:ext cx="790224" cy="7902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053AE-627B-4A35-B344-81849C020E86}">
      <dsp:nvSpPr>
        <dsp:cNvPr id="0" name=""/>
        <dsp:cNvSpPr/>
      </dsp:nvSpPr>
      <dsp:spPr>
        <a:xfrm>
          <a:off x="1753" y="3763369"/>
          <a:ext cx="1756054" cy="70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Biological motifs (CpG islands, TATA boxes)</a:t>
          </a:r>
          <a:endParaRPr lang="en-US" sz="1200" kern="1200"/>
        </a:p>
      </dsp:txBody>
      <dsp:txXfrm>
        <a:off x="1753" y="3763369"/>
        <a:ext cx="1756054" cy="702421"/>
      </dsp:txXfrm>
    </dsp:sp>
    <dsp:sp modelId="{D39BA678-8E4C-4A9D-BA94-DE8972815FD4}">
      <dsp:nvSpPr>
        <dsp:cNvPr id="0" name=""/>
        <dsp:cNvSpPr/>
      </dsp:nvSpPr>
      <dsp:spPr>
        <a:xfrm>
          <a:off x="2548033" y="2678112"/>
          <a:ext cx="790224" cy="7902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1E3EA-B9EB-4F29-BBA6-23070830783E}">
      <dsp:nvSpPr>
        <dsp:cNvPr id="0" name=""/>
        <dsp:cNvSpPr/>
      </dsp:nvSpPr>
      <dsp:spPr>
        <a:xfrm>
          <a:off x="2065118" y="3763369"/>
          <a:ext cx="1756054" cy="70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Triplets (codons) forming amino acids</a:t>
          </a:r>
          <a:endParaRPr lang="en-US" sz="1200" kern="1200"/>
        </a:p>
      </dsp:txBody>
      <dsp:txXfrm>
        <a:off x="2065118" y="3763369"/>
        <a:ext cx="1756054" cy="702421"/>
      </dsp:txXfrm>
    </dsp:sp>
    <dsp:sp modelId="{C26D5E47-5DAF-4520-AAF4-2DB928837DB6}">
      <dsp:nvSpPr>
        <dsp:cNvPr id="0" name=""/>
        <dsp:cNvSpPr/>
      </dsp:nvSpPr>
      <dsp:spPr>
        <a:xfrm>
          <a:off x="4611397" y="2678112"/>
          <a:ext cx="790224" cy="79022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59252-B5D1-4D55-B935-0156DCE1B4DE}">
      <dsp:nvSpPr>
        <dsp:cNvPr id="0" name=""/>
        <dsp:cNvSpPr/>
      </dsp:nvSpPr>
      <dsp:spPr>
        <a:xfrm>
          <a:off x="4128482" y="3763369"/>
          <a:ext cx="1756054" cy="70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Natural error tolerance</a:t>
          </a:r>
          <a:br>
            <a:rPr lang="en-IN" sz="1200" kern="1200"/>
          </a:br>
          <a:r>
            <a:rPr lang="en-IN" sz="1200" kern="1200"/>
            <a:t>These properties can be used for better compression.</a:t>
          </a:r>
          <a:endParaRPr lang="en-US" sz="1200" kern="1200"/>
        </a:p>
      </dsp:txBody>
      <dsp:txXfrm>
        <a:off x="4128482" y="3763369"/>
        <a:ext cx="1756054" cy="702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84893-5E2A-4EAC-8FEF-DF1B2BEECC95}">
      <dsp:nvSpPr>
        <dsp:cNvPr id="0" name=""/>
        <dsp:cNvSpPr/>
      </dsp:nvSpPr>
      <dsp:spPr>
        <a:xfrm>
          <a:off x="370388" y="700340"/>
          <a:ext cx="814049" cy="8140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B7F5D9-05E4-4D22-A019-C2E938373959}">
      <dsp:nvSpPr>
        <dsp:cNvPr id="0" name=""/>
        <dsp:cNvSpPr/>
      </dsp:nvSpPr>
      <dsp:spPr>
        <a:xfrm>
          <a:off x="541339" y="871290"/>
          <a:ext cx="472148" cy="4721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5D544-6685-4540-AEBD-71F410763013}">
      <dsp:nvSpPr>
        <dsp:cNvPr id="0" name=""/>
        <dsp:cNvSpPr/>
      </dsp:nvSpPr>
      <dsp:spPr>
        <a:xfrm>
          <a:off x="1358878" y="700340"/>
          <a:ext cx="1918831" cy="81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Reduce storage cost for large genome databases</a:t>
          </a:r>
          <a:endParaRPr lang="en-US" sz="1500" kern="1200"/>
        </a:p>
      </dsp:txBody>
      <dsp:txXfrm>
        <a:off x="1358878" y="700340"/>
        <a:ext cx="1918831" cy="814049"/>
      </dsp:txXfrm>
    </dsp:sp>
    <dsp:sp modelId="{9EE407AE-DF8B-4B5B-B67A-F84860A763BF}">
      <dsp:nvSpPr>
        <dsp:cNvPr id="0" name=""/>
        <dsp:cNvSpPr/>
      </dsp:nvSpPr>
      <dsp:spPr>
        <a:xfrm>
          <a:off x="3612051" y="700340"/>
          <a:ext cx="814049" cy="8140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AF451D-A26C-4CC1-AB36-68C27F542A69}">
      <dsp:nvSpPr>
        <dsp:cNvPr id="0" name=""/>
        <dsp:cNvSpPr/>
      </dsp:nvSpPr>
      <dsp:spPr>
        <a:xfrm>
          <a:off x="3783002" y="871290"/>
          <a:ext cx="472148" cy="4721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2EF81-811F-4268-A695-0FCEC875CA52}">
      <dsp:nvSpPr>
        <dsp:cNvPr id="0" name=""/>
        <dsp:cNvSpPr/>
      </dsp:nvSpPr>
      <dsp:spPr>
        <a:xfrm>
          <a:off x="4600541" y="700340"/>
          <a:ext cx="1918831" cy="81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Speed up data transfer in research labs</a:t>
          </a:r>
          <a:endParaRPr lang="en-US" sz="1500" kern="1200"/>
        </a:p>
      </dsp:txBody>
      <dsp:txXfrm>
        <a:off x="4600541" y="700340"/>
        <a:ext cx="1918831" cy="814049"/>
      </dsp:txXfrm>
    </dsp:sp>
    <dsp:sp modelId="{65308D6B-2A6D-4E27-8BCD-D5572B4C7019}">
      <dsp:nvSpPr>
        <dsp:cNvPr id="0" name=""/>
        <dsp:cNvSpPr/>
      </dsp:nvSpPr>
      <dsp:spPr>
        <a:xfrm>
          <a:off x="6853714" y="700340"/>
          <a:ext cx="814049" cy="8140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5B5885-C8C0-4992-8D94-A5E888B6CEB7}">
      <dsp:nvSpPr>
        <dsp:cNvPr id="0" name=""/>
        <dsp:cNvSpPr/>
      </dsp:nvSpPr>
      <dsp:spPr>
        <a:xfrm>
          <a:off x="7024665" y="871290"/>
          <a:ext cx="472148" cy="4721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6B9A4-7A1C-4458-B63C-10F3DBF7B188}">
      <dsp:nvSpPr>
        <dsp:cNvPr id="0" name=""/>
        <dsp:cNvSpPr/>
      </dsp:nvSpPr>
      <dsp:spPr>
        <a:xfrm>
          <a:off x="7842204" y="700340"/>
          <a:ext cx="1918831" cy="81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Make genome analysis faster</a:t>
          </a:r>
          <a:endParaRPr lang="en-US" sz="1500" kern="1200"/>
        </a:p>
      </dsp:txBody>
      <dsp:txXfrm>
        <a:off x="7842204" y="700340"/>
        <a:ext cx="1918831" cy="814049"/>
      </dsp:txXfrm>
    </dsp:sp>
    <dsp:sp modelId="{9A6DB110-DEE0-4ADF-8C11-13104CC9E89B}">
      <dsp:nvSpPr>
        <dsp:cNvPr id="0" name=""/>
        <dsp:cNvSpPr/>
      </dsp:nvSpPr>
      <dsp:spPr>
        <a:xfrm>
          <a:off x="370388" y="2134742"/>
          <a:ext cx="814049" cy="8140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ED67D-1D19-411B-A8CC-22C6CC56D5EB}">
      <dsp:nvSpPr>
        <dsp:cNvPr id="0" name=""/>
        <dsp:cNvSpPr/>
      </dsp:nvSpPr>
      <dsp:spPr>
        <a:xfrm>
          <a:off x="541339" y="2305693"/>
          <a:ext cx="472148" cy="4721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2257E-84F3-4473-96A6-C421AD502AB0}">
      <dsp:nvSpPr>
        <dsp:cNvPr id="0" name=""/>
        <dsp:cNvSpPr/>
      </dsp:nvSpPr>
      <dsp:spPr>
        <a:xfrm>
          <a:off x="1358878" y="2134742"/>
          <a:ext cx="1918831" cy="81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Support cloud storage of genomic sequences</a:t>
          </a:r>
          <a:endParaRPr lang="en-US" sz="1500" kern="1200"/>
        </a:p>
      </dsp:txBody>
      <dsp:txXfrm>
        <a:off x="1358878" y="2134742"/>
        <a:ext cx="1918831" cy="814049"/>
      </dsp:txXfrm>
    </dsp:sp>
    <dsp:sp modelId="{FD4F184C-C9F5-470A-BA5A-B459FBB2690A}">
      <dsp:nvSpPr>
        <dsp:cNvPr id="0" name=""/>
        <dsp:cNvSpPr/>
      </dsp:nvSpPr>
      <dsp:spPr>
        <a:xfrm>
          <a:off x="3612051" y="2134742"/>
          <a:ext cx="814049" cy="8140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88D4A-D80E-44DA-811C-B73F2854A85E}">
      <dsp:nvSpPr>
        <dsp:cNvPr id="0" name=""/>
        <dsp:cNvSpPr/>
      </dsp:nvSpPr>
      <dsp:spPr>
        <a:xfrm>
          <a:off x="3783002" y="2305693"/>
          <a:ext cx="472148" cy="4721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94AEB-E7F4-46FB-A8F7-D24C4674C6E2}">
      <dsp:nvSpPr>
        <dsp:cNvPr id="0" name=""/>
        <dsp:cNvSpPr/>
      </dsp:nvSpPr>
      <dsp:spPr>
        <a:xfrm>
          <a:off x="4600541" y="2134742"/>
          <a:ext cx="1918831" cy="81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Essential for personalized medicine &amp; medical bioinformatics</a:t>
          </a:r>
          <a:endParaRPr lang="en-US" sz="1500" kern="1200"/>
        </a:p>
      </dsp:txBody>
      <dsp:txXfrm>
        <a:off x="4600541" y="2134742"/>
        <a:ext cx="1918831" cy="8140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79A5E-B0B7-440D-96A1-B0610ABE80C5}">
      <dsp:nvSpPr>
        <dsp:cNvPr id="0" name=""/>
        <dsp:cNvSpPr/>
      </dsp:nvSpPr>
      <dsp:spPr>
        <a:xfrm>
          <a:off x="3337711" y="665346"/>
          <a:ext cx="5132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271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0750" y="708346"/>
        <a:ext cx="27193" cy="5438"/>
      </dsp:txXfrm>
    </dsp:sp>
    <dsp:sp modelId="{AD3B3D7F-5976-478C-A41F-91E5962F4281}">
      <dsp:nvSpPr>
        <dsp:cNvPr id="0" name=""/>
        <dsp:cNvSpPr/>
      </dsp:nvSpPr>
      <dsp:spPr>
        <a:xfrm>
          <a:off x="974852" y="1668"/>
          <a:ext cx="2364658" cy="14187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Average compression ratio:</a:t>
          </a:r>
          <a:endParaRPr lang="en-US" sz="1700" kern="1200"/>
        </a:p>
      </dsp:txBody>
      <dsp:txXfrm>
        <a:off x="974852" y="1668"/>
        <a:ext cx="2364658" cy="1418795"/>
      </dsp:txXfrm>
    </dsp:sp>
    <dsp:sp modelId="{E44E8984-9ED1-476A-A5CC-08E9A84FDFD8}">
      <dsp:nvSpPr>
        <dsp:cNvPr id="0" name=""/>
        <dsp:cNvSpPr/>
      </dsp:nvSpPr>
      <dsp:spPr>
        <a:xfrm>
          <a:off x="6246241" y="665346"/>
          <a:ext cx="5132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271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89280" y="708346"/>
        <a:ext cx="27193" cy="5438"/>
      </dsp:txXfrm>
    </dsp:sp>
    <dsp:sp modelId="{DE6244CD-230D-4638-8AAE-5986FD9A3592}">
      <dsp:nvSpPr>
        <dsp:cNvPr id="0" name=""/>
        <dsp:cNvSpPr/>
      </dsp:nvSpPr>
      <dsp:spPr>
        <a:xfrm>
          <a:off x="3883383" y="1668"/>
          <a:ext cx="2364658" cy="14187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DNACompress → </a:t>
          </a:r>
          <a:r>
            <a:rPr lang="en-IN" sz="1700" b="1" kern="1200"/>
            <a:t>Low (2–4×)</a:t>
          </a:r>
          <a:endParaRPr lang="en-US" sz="1700" kern="1200"/>
        </a:p>
      </dsp:txBody>
      <dsp:txXfrm>
        <a:off x="3883383" y="1668"/>
        <a:ext cx="2364658" cy="1418795"/>
      </dsp:txXfrm>
    </dsp:sp>
    <dsp:sp modelId="{30A5EE55-A605-414A-B05D-EFF8DB7C8E91}">
      <dsp:nvSpPr>
        <dsp:cNvPr id="0" name=""/>
        <dsp:cNvSpPr/>
      </dsp:nvSpPr>
      <dsp:spPr>
        <a:xfrm>
          <a:off x="2157182" y="1418663"/>
          <a:ext cx="5817060" cy="513271"/>
        </a:xfrm>
        <a:custGeom>
          <a:avLst/>
          <a:gdLst/>
          <a:ahLst/>
          <a:cxnLst/>
          <a:rect l="0" t="0" r="0" b="0"/>
          <a:pathLst>
            <a:path>
              <a:moveTo>
                <a:pt x="5817060" y="0"/>
              </a:moveTo>
              <a:lnTo>
                <a:pt x="5817060" y="273735"/>
              </a:lnTo>
              <a:lnTo>
                <a:pt x="0" y="273735"/>
              </a:lnTo>
              <a:lnTo>
                <a:pt x="0" y="513271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19651" y="1672580"/>
        <a:ext cx="292121" cy="5438"/>
      </dsp:txXfrm>
    </dsp:sp>
    <dsp:sp modelId="{3FDF14B8-0265-4870-B38F-85B494970C4D}">
      <dsp:nvSpPr>
        <dsp:cNvPr id="0" name=""/>
        <dsp:cNvSpPr/>
      </dsp:nvSpPr>
      <dsp:spPr>
        <a:xfrm>
          <a:off x="6791913" y="1668"/>
          <a:ext cx="2364658" cy="14187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BioCODE → </a:t>
          </a:r>
          <a:r>
            <a:rPr lang="en-IN" sz="1700" b="1" kern="1200"/>
            <a:t>Medium (2–3×)</a:t>
          </a:r>
          <a:endParaRPr lang="en-US" sz="1700" kern="1200"/>
        </a:p>
      </dsp:txBody>
      <dsp:txXfrm>
        <a:off x="6791913" y="1668"/>
        <a:ext cx="2364658" cy="1418795"/>
      </dsp:txXfrm>
    </dsp:sp>
    <dsp:sp modelId="{0228B8A5-8AA7-488F-AE22-96EF94798AC3}">
      <dsp:nvSpPr>
        <dsp:cNvPr id="0" name=""/>
        <dsp:cNvSpPr/>
      </dsp:nvSpPr>
      <dsp:spPr>
        <a:xfrm>
          <a:off x="3337711" y="2628012"/>
          <a:ext cx="5132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271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0750" y="2671013"/>
        <a:ext cx="27193" cy="5438"/>
      </dsp:txXfrm>
    </dsp:sp>
    <dsp:sp modelId="{92C1E442-7FBA-4302-84C8-9F27C7EC3037}">
      <dsp:nvSpPr>
        <dsp:cNvPr id="0" name=""/>
        <dsp:cNvSpPr/>
      </dsp:nvSpPr>
      <dsp:spPr>
        <a:xfrm>
          <a:off x="974852" y="1964335"/>
          <a:ext cx="2364658" cy="14187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DNABIT Compress → </a:t>
          </a:r>
          <a:r>
            <a:rPr lang="en-IN" sz="1700" b="1" kern="1200"/>
            <a:t>High (10–15×)</a:t>
          </a:r>
          <a:endParaRPr lang="en-US" sz="1700" kern="1200"/>
        </a:p>
      </dsp:txBody>
      <dsp:txXfrm>
        <a:off x="974852" y="1964335"/>
        <a:ext cx="2364658" cy="1418795"/>
      </dsp:txXfrm>
    </dsp:sp>
    <dsp:sp modelId="{60C1CA6C-73CD-4932-92AF-1D10EFA75411}">
      <dsp:nvSpPr>
        <dsp:cNvPr id="0" name=""/>
        <dsp:cNvSpPr/>
      </dsp:nvSpPr>
      <dsp:spPr>
        <a:xfrm>
          <a:off x="6246241" y="2628012"/>
          <a:ext cx="5132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271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89280" y="2671013"/>
        <a:ext cx="27193" cy="5438"/>
      </dsp:txXfrm>
    </dsp:sp>
    <dsp:sp modelId="{3CB6C7E6-4253-462B-B172-579C98AD1618}">
      <dsp:nvSpPr>
        <dsp:cNvPr id="0" name=""/>
        <dsp:cNvSpPr/>
      </dsp:nvSpPr>
      <dsp:spPr>
        <a:xfrm>
          <a:off x="3883383" y="1964335"/>
          <a:ext cx="2364658" cy="14187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Quantum-DNA Hybrid → </a:t>
          </a:r>
          <a:r>
            <a:rPr lang="en-IN" sz="1700" b="1" kern="1200"/>
            <a:t>High but stable (7–12×)</a:t>
          </a:r>
          <a:endParaRPr lang="en-US" sz="1700" kern="1200"/>
        </a:p>
      </dsp:txBody>
      <dsp:txXfrm>
        <a:off x="3883383" y="1964335"/>
        <a:ext cx="2364658" cy="1418795"/>
      </dsp:txXfrm>
    </dsp:sp>
    <dsp:sp modelId="{442EF4F0-7537-4A49-8B41-FB0490DA41DC}">
      <dsp:nvSpPr>
        <dsp:cNvPr id="0" name=""/>
        <dsp:cNvSpPr/>
      </dsp:nvSpPr>
      <dsp:spPr>
        <a:xfrm>
          <a:off x="6791913" y="1964335"/>
          <a:ext cx="2364658" cy="14187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Observation:</a:t>
          </a:r>
          <a:br>
            <a:rPr lang="en-IN" sz="1700" kern="1200"/>
          </a:br>
          <a:r>
            <a:rPr lang="en-IN" sz="1700" kern="1200"/>
            <a:t>DNABIT gives best compression; Quantum-DNA gives best balance.</a:t>
          </a:r>
          <a:endParaRPr lang="en-US" sz="1700" kern="1200"/>
        </a:p>
      </dsp:txBody>
      <dsp:txXfrm>
        <a:off x="6791913" y="1964335"/>
        <a:ext cx="2364658" cy="1418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751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94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57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65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483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11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36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29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77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55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290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85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08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859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939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7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84278F-F548-4434-90C1-A99E9E8A5FB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9A2B536-25B5-497A-ADFB-2C9CD168F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526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uturistic DNA helix in black background">
            <a:extLst>
              <a:ext uri="{FF2B5EF4-FFF2-40B4-BE49-F238E27FC236}">
                <a16:creationId xmlns:a16="http://schemas.microsoft.com/office/drawing/2014/main" id="{2B86E6D1-2B29-6B32-4EC0-29205ABE0F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4F8561-FF6B-599C-30AC-06D7645EC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095271"/>
            <a:ext cx="7197726" cy="279344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000" b="1" dirty="0"/>
              <a:t>Codon-Helix:</a:t>
            </a:r>
            <a:br>
              <a:rPr lang="en-US" sz="3000" dirty="0"/>
            </a:br>
            <a:r>
              <a:rPr lang="en-US" sz="3000" i="1" dirty="0"/>
              <a:t>A DNA-Inspired Dual-Stream Triplet-Based Compression Algorithm with Intrinsic Fault Tolerance</a:t>
            </a:r>
            <a:endParaRPr lang="en-IN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D1FD1-0CBE-5858-FA06-DAEF51190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208540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IN" b="1" dirty="0"/>
              <a:t>Submitted By:</a:t>
            </a:r>
            <a:endParaRPr lang="en-IN" dirty="0"/>
          </a:p>
          <a:p>
            <a:pPr>
              <a:lnSpc>
                <a:spcPct val="90000"/>
              </a:lnSpc>
            </a:pPr>
            <a:r>
              <a:rPr lang="en-IN" dirty="0"/>
              <a:t>Pallavi Yadav – 22MID0028</a:t>
            </a:r>
          </a:p>
          <a:p>
            <a:pPr>
              <a:lnSpc>
                <a:spcPct val="90000"/>
              </a:lnSpc>
            </a:pPr>
            <a:r>
              <a:rPr lang="en-IN" dirty="0"/>
              <a:t>Smaranika Dutta – 22MID0270</a:t>
            </a:r>
          </a:p>
          <a:p>
            <a:pPr>
              <a:lnSpc>
                <a:spcPct val="90000"/>
              </a:lnSpc>
            </a:pPr>
            <a:r>
              <a:rPr lang="en-IN" dirty="0"/>
              <a:t>K. Nikitha – 22MIC0059</a:t>
            </a:r>
          </a:p>
          <a:p>
            <a:pPr>
              <a:lnSpc>
                <a:spcPct val="90000"/>
              </a:lnSpc>
            </a:pPr>
            <a:r>
              <a:rPr lang="en-IN" b="1" dirty="0"/>
              <a:t>Course:</a:t>
            </a:r>
            <a:r>
              <a:rPr lang="en-IN" dirty="0"/>
              <a:t> Advanced Data Compression Techniques</a:t>
            </a:r>
            <a:br>
              <a:rPr lang="en-IN" dirty="0"/>
            </a:br>
            <a:r>
              <a:rPr lang="en-IN" b="1" dirty="0"/>
              <a:t>Slot:</a:t>
            </a:r>
            <a:r>
              <a:rPr lang="en-IN" dirty="0"/>
              <a:t> E2 + TE2</a:t>
            </a:r>
          </a:p>
          <a:p>
            <a:pPr>
              <a:lnSpc>
                <a:spcPct val="90000"/>
              </a:lnSpc>
            </a:pP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52991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7EE3-2B7A-8B65-FF41-057B9890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3DFE661-125E-B5B9-1ABD-771355EE71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802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534255-D109-26F8-EBDA-4DDC98D8E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What Makes DNA Unique?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1452783-0783-4CBF-4CF3-91F59125A7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130315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21617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533B7-4ACF-A908-30A7-F86AE704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DNA Compression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D418F7B-7969-7F70-7113-1C6D6E90EF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713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D32F9-8347-21B4-DD38-BAD95349E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IN" dirty="0"/>
              <a:t>Project Objective</a:t>
            </a:r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9D96F-5164-7672-25D0-FC50A7859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This project aims to:</a:t>
            </a:r>
          </a:p>
          <a:p>
            <a:r>
              <a:rPr lang="en-IN" dirty="0"/>
              <a:t>Study different DNA compression algorithms</a:t>
            </a:r>
          </a:p>
          <a:p>
            <a:r>
              <a:rPr lang="en-IN" dirty="0"/>
              <a:t>Compare their performance</a:t>
            </a:r>
          </a:p>
          <a:p>
            <a:r>
              <a:rPr lang="en-IN" dirty="0"/>
              <a:t>Understand their strengths &amp; weaknesses</a:t>
            </a:r>
          </a:p>
          <a:p>
            <a:r>
              <a:rPr lang="en-IN" dirty="0"/>
              <a:t>Introduce a </a:t>
            </a:r>
            <a:r>
              <a:rPr lang="en-IN" b="1" dirty="0"/>
              <a:t>Quantum-DNA Hybrid</a:t>
            </a:r>
            <a:r>
              <a:rPr lang="en-IN" dirty="0"/>
              <a:t> approach</a:t>
            </a:r>
          </a:p>
          <a:p>
            <a:r>
              <a:rPr lang="en-IN" dirty="0"/>
              <a:t>Improve error tolerance and biological accuracy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1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8E240-A06D-04ED-9423-DF2836497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33400"/>
            <a:ext cx="10820400" cy="1177092"/>
          </a:xfrm>
        </p:spPr>
        <p:txBody>
          <a:bodyPr anchor="b">
            <a:normAutofit/>
          </a:bodyPr>
          <a:lstStyle/>
          <a:p>
            <a:pPr algn="ctr"/>
            <a:r>
              <a:rPr lang="en-IN" sz="4400"/>
              <a:t>Algorithms Compared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1850077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BAE26-A597-46B9-930C-6A075329D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43892"/>
            <a:ext cx="10820400" cy="3547308"/>
          </a:xfrm>
        </p:spPr>
        <p:txBody>
          <a:bodyPr anchor="t">
            <a:normAutofit/>
          </a:bodyPr>
          <a:lstStyle/>
          <a:p>
            <a:r>
              <a:rPr lang="en-IN" sz="2000"/>
              <a:t>We studied four major algorithms:</a:t>
            </a:r>
          </a:p>
          <a:p>
            <a:r>
              <a:rPr lang="en-IN" sz="2000" b="1"/>
              <a:t>DNACompress</a:t>
            </a:r>
            <a:r>
              <a:rPr lang="en-IN" sz="2000"/>
              <a:t> – Pattern &amp; repeat-based</a:t>
            </a:r>
          </a:p>
          <a:p>
            <a:r>
              <a:rPr lang="en-IN" sz="2000" b="1"/>
              <a:t>BioCODE</a:t>
            </a:r>
            <a:r>
              <a:rPr lang="en-IN" sz="2000"/>
              <a:t> – Codon/biological mapping-based</a:t>
            </a:r>
          </a:p>
          <a:p>
            <a:r>
              <a:rPr lang="en-IN" sz="2000" b="1"/>
              <a:t>DNABIT Compress</a:t>
            </a:r>
            <a:r>
              <a:rPr lang="en-IN" sz="2000"/>
              <a:t> – Statistical &amp; adaptive encoding</a:t>
            </a:r>
          </a:p>
          <a:p>
            <a:r>
              <a:rPr lang="en-IN" sz="2000" b="1"/>
              <a:t>Quantum-DNA Hybrid</a:t>
            </a:r>
            <a:r>
              <a:rPr lang="en-IN" sz="2000"/>
              <a:t> – Proposed fault-tolerant model</a:t>
            </a:r>
            <a:br>
              <a:rPr lang="en-IN" sz="2000"/>
            </a:br>
            <a:r>
              <a:rPr lang="en-IN" sz="2000"/>
              <a:t>Each one represents a different generation of DNA compression.</a:t>
            </a:r>
          </a:p>
          <a:p>
            <a:pPr marL="0" indent="0">
              <a:buNone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773608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91B89-0140-C8C3-0112-D108743D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33400"/>
            <a:ext cx="10820400" cy="1177092"/>
          </a:xfrm>
        </p:spPr>
        <p:txBody>
          <a:bodyPr anchor="b">
            <a:normAutofit/>
          </a:bodyPr>
          <a:lstStyle/>
          <a:p>
            <a:pPr algn="ctr"/>
            <a:r>
              <a:rPr lang="en-IN" sz="4400"/>
              <a:t>Algorithm 1: DNACompress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1850077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0135D-E071-2B05-5D18-2A4D64059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43892"/>
            <a:ext cx="10820400" cy="3547308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/>
              <a:t>How it works: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/>
              <a:t>Finds repeated DNA segments</a:t>
            </a:r>
          </a:p>
          <a:p>
            <a:pPr>
              <a:lnSpc>
                <a:spcPct val="90000"/>
              </a:lnSpc>
            </a:pPr>
            <a:r>
              <a:rPr lang="en-US" sz="1300"/>
              <a:t>Replaces repeated patterns with short references</a:t>
            </a:r>
          </a:p>
          <a:p>
            <a:pPr>
              <a:lnSpc>
                <a:spcPct val="90000"/>
              </a:lnSpc>
            </a:pPr>
            <a:r>
              <a:rPr lang="en-US" sz="1300"/>
              <a:t>Remaining characters encoded using 2 bits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b="1"/>
              <a:t>Pros: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/>
              <a:t>Very simple</a:t>
            </a:r>
          </a:p>
          <a:p>
            <a:pPr>
              <a:lnSpc>
                <a:spcPct val="90000"/>
              </a:lnSpc>
            </a:pPr>
            <a:r>
              <a:rPr lang="en-US" sz="1300"/>
              <a:t>Good for repetitive DNA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b="1"/>
              <a:t>Cons: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/>
              <a:t>Not good for non-repetitive DNA</a:t>
            </a:r>
          </a:p>
          <a:p>
            <a:pPr>
              <a:lnSpc>
                <a:spcPct val="90000"/>
              </a:lnSpc>
            </a:pPr>
            <a:r>
              <a:rPr lang="en-US" sz="1300"/>
              <a:t>No error protection</a:t>
            </a:r>
          </a:p>
          <a:p>
            <a:pPr>
              <a:lnSpc>
                <a:spcPct val="90000"/>
              </a:lnSpc>
            </a:pPr>
            <a:r>
              <a:rPr lang="en-US" sz="1300"/>
              <a:t>Medium compression ratio (~2:1)</a:t>
            </a:r>
          </a:p>
          <a:p>
            <a:pPr marL="0" indent="0">
              <a:lnSpc>
                <a:spcPct val="90000"/>
              </a:lnSpc>
              <a:buNone/>
            </a:pPr>
            <a:endParaRPr lang="en-IN" sz="1300"/>
          </a:p>
        </p:txBody>
      </p:sp>
    </p:spTree>
    <p:extLst>
      <p:ext uri="{BB962C8B-B14F-4D97-AF65-F5344CB8AC3E}">
        <p14:creationId xmlns:p14="http://schemas.microsoft.com/office/powerpoint/2010/main" val="388970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D067-DF3D-E611-8D00-6B37F0FC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2: </a:t>
            </a:r>
            <a:r>
              <a:rPr lang="en-IN" dirty="0" err="1"/>
              <a:t>BioCODE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6A8E5-8D97-7813-CC8D-68E7BBD74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How it works:</a:t>
            </a:r>
            <a:endParaRPr lang="en-IN" dirty="0"/>
          </a:p>
          <a:p>
            <a:r>
              <a:rPr lang="en-IN" dirty="0"/>
              <a:t>Converts codons (3 bases) into amino acids</a:t>
            </a:r>
          </a:p>
          <a:p>
            <a:r>
              <a:rPr lang="en-IN" dirty="0"/>
              <a:t>Uses biological redundancy (64 codons → 20 amino acids)</a:t>
            </a:r>
          </a:p>
          <a:p>
            <a:r>
              <a:rPr lang="en-IN" dirty="0"/>
              <a:t>Tries to detect coding regions (genes)</a:t>
            </a:r>
          </a:p>
          <a:p>
            <a:pPr marL="0" indent="0">
              <a:buNone/>
            </a:pPr>
            <a:r>
              <a:rPr lang="en-IN" b="1" dirty="0"/>
              <a:t>Pros:</a:t>
            </a:r>
            <a:endParaRPr lang="en-IN" dirty="0"/>
          </a:p>
          <a:p>
            <a:r>
              <a:rPr lang="en-IN" dirty="0"/>
              <a:t>Works well when DNA has many genes</a:t>
            </a:r>
          </a:p>
          <a:p>
            <a:r>
              <a:rPr lang="en-IN" dirty="0"/>
              <a:t>Compression ratio increases for coding DNA</a:t>
            </a:r>
          </a:p>
          <a:p>
            <a:pPr marL="0" indent="0">
              <a:buNone/>
            </a:pPr>
            <a:r>
              <a:rPr lang="en-IN" b="1" dirty="0"/>
              <a:t>Cons:</a:t>
            </a:r>
            <a:endParaRPr lang="en-IN" dirty="0"/>
          </a:p>
          <a:p>
            <a:r>
              <a:rPr lang="en-IN" dirty="0"/>
              <a:t>Human DNA is mostly non-coding</a:t>
            </a:r>
          </a:p>
          <a:p>
            <a:r>
              <a:rPr lang="en-IN" dirty="0"/>
              <a:t>Fails on random or repetitive sequences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73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DE6C-B801-1F84-4410-BDC6F376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3: DNABIT Compress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0A5F-E7F0-6CE1-DDCF-CA3846332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Uses statistical analysis</a:t>
            </a:r>
          </a:p>
          <a:p>
            <a:r>
              <a:rPr lang="en-US" dirty="0"/>
              <a:t>Predicts the next base from previous bases</a:t>
            </a:r>
          </a:p>
          <a:p>
            <a:r>
              <a:rPr lang="en-US" dirty="0"/>
              <a:t>Assigns shorter codes to frequent patterns</a:t>
            </a:r>
          </a:p>
          <a:p>
            <a:r>
              <a:rPr lang="en-US" dirty="0"/>
              <a:t>Uses run-length encoding for long repeats</a:t>
            </a:r>
          </a:p>
          <a:p>
            <a:r>
              <a:rPr lang="en-US" dirty="0"/>
              <a:t>Packs bits efficiently</a:t>
            </a:r>
          </a:p>
          <a:p>
            <a:pPr marL="0" indent="0">
              <a:buNone/>
            </a:pPr>
            <a:r>
              <a:rPr lang="en-US" b="1" dirty="0"/>
              <a:t>Pros:</a:t>
            </a:r>
            <a:endParaRPr lang="en-US" dirty="0"/>
          </a:p>
          <a:p>
            <a:r>
              <a:rPr lang="en-US" dirty="0"/>
              <a:t>Highest compression ratio</a:t>
            </a:r>
          </a:p>
          <a:p>
            <a:r>
              <a:rPr lang="en-US" dirty="0"/>
              <a:t>Fast processing</a:t>
            </a:r>
          </a:p>
          <a:p>
            <a:r>
              <a:rPr lang="en-US" dirty="0"/>
              <a:t>Good for large datasets</a:t>
            </a:r>
          </a:p>
          <a:p>
            <a:pPr marL="0" indent="0">
              <a:buNone/>
            </a:pPr>
            <a:r>
              <a:rPr lang="en-US" b="1" dirty="0"/>
              <a:t>Cons:</a:t>
            </a:r>
            <a:endParaRPr lang="en-US" dirty="0"/>
          </a:p>
          <a:p>
            <a:r>
              <a:rPr lang="en-US" dirty="0"/>
              <a:t>Requires more processing power</a:t>
            </a:r>
          </a:p>
          <a:p>
            <a:r>
              <a:rPr lang="en-US" dirty="0"/>
              <a:t>Moderate error tolerance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25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844E2-91FA-F387-811F-1A29F1A0C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Algorithm 4: Quantum-DNA Hybrid (Proposed)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492B3-9BF3-6B4A-4377-A7324BF3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Inspired by quantum superposition (multiple states at once)</a:t>
            </a:r>
          </a:p>
          <a:p>
            <a:r>
              <a:rPr lang="en-US" dirty="0"/>
              <a:t>Encodes DNA motifs and patterns with special codes</a:t>
            </a:r>
          </a:p>
          <a:p>
            <a:r>
              <a:rPr lang="en-US" dirty="0"/>
              <a:t>Detects biological regions (TATA box, CpG)</a:t>
            </a:r>
          </a:p>
          <a:p>
            <a:r>
              <a:rPr lang="en-US" dirty="0"/>
              <a:t>Uses error-correcting repetition codes</a:t>
            </a:r>
          </a:p>
          <a:p>
            <a:pPr marL="0" indent="0">
              <a:buNone/>
            </a:pPr>
            <a:r>
              <a:rPr lang="en-US" b="1" dirty="0"/>
              <a:t>Pros:</a:t>
            </a:r>
            <a:endParaRPr lang="en-US" dirty="0"/>
          </a:p>
          <a:p>
            <a:r>
              <a:rPr lang="en-US" dirty="0"/>
              <a:t>Very strong error tolerance</a:t>
            </a:r>
          </a:p>
          <a:p>
            <a:r>
              <a:rPr lang="en-US" dirty="0"/>
              <a:t>Works well even when data is noisy</a:t>
            </a:r>
          </a:p>
          <a:p>
            <a:r>
              <a:rPr lang="en-US" dirty="0"/>
              <a:t>Balanced compression</a:t>
            </a:r>
          </a:p>
          <a:p>
            <a:pPr marL="0" indent="0">
              <a:buNone/>
            </a:pPr>
            <a:r>
              <a:rPr lang="en-US" b="1" dirty="0"/>
              <a:t>Cons:</a:t>
            </a:r>
            <a:endParaRPr lang="en-US" dirty="0"/>
          </a:p>
          <a:p>
            <a:r>
              <a:rPr lang="en-US" dirty="0"/>
              <a:t>Slightly slower</a:t>
            </a:r>
          </a:p>
          <a:p>
            <a:r>
              <a:rPr lang="en-US" dirty="0"/>
              <a:t>Needs more memory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700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6968-235E-436C-28F6-5DAE4A9F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IN" dirty="0"/>
              <a:t>Compression Ratio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B91E92-92C8-D470-88C6-1F636F233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44072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1496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CB76-D509-076F-1D8F-C45F6852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IN"/>
              <a:t>Visual 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BEC220-AA58-322F-E71D-C4DA7A5764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5088454"/>
              </p:ext>
            </p:extLst>
          </p:nvPr>
        </p:nvGraphicFramePr>
        <p:xfrm>
          <a:off x="685800" y="2704045"/>
          <a:ext cx="10131427" cy="2789510"/>
        </p:xfrm>
        <a:graphic>
          <a:graphicData uri="http://schemas.openxmlformats.org/drawingml/2006/table">
            <a:tbl>
              <a:tblPr firstRow="1" bandRow="1">
                <a:noFill/>
                <a:tableStyleId>{17292A2E-F333-43FB-9621-5CBBE7FDCDCB}</a:tableStyleId>
              </a:tblPr>
              <a:tblGrid>
                <a:gridCol w="2237590">
                  <a:extLst>
                    <a:ext uri="{9D8B030D-6E8A-4147-A177-3AD203B41FA5}">
                      <a16:colId xmlns:a16="http://schemas.microsoft.com/office/drawing/2014/main" val="1607465738"/>
                    </a:ext>
                  </a:extLst>
                </a:gridCol>
                <a:gridCol w="1560447">
                  <a:extLst>
                    <a:ext uri="{9D8B030D-6E8A-4147-A177-3AD203B41FA5}">
                      <a16:colId xmlns:a16="http://schemas.microsoft.com/office/drawing/2014/main" val="1233791952"/>
                    </a:ext>
                  </a:extLst>
                </a:gridCol>
                <a:gridCol w="1560447">
                  <a:extLst>
                    <a:ext uri="{9D8B030D-6E8A-4147-A177-3AD203B41FA5}">
                      <a16:colId xmlns:a16="http://schemas.microsoft.com/office/drawing/2014/main" val="871366885"/>
                    </a:ext>
                  </a:extLst>
                </a:gridCol>
                <a:gridCol w="1695031">
                  <a:extLst>
                    <a:ext uri="{9D8B030D-6E8A-4147-A177-3AD203B41FA5}">
                      <a16:colId xmlns:a16="http://schemas.microsoft.com/office/drawing/2014/main" val="78132252"/>
                    </a:ext>
                  </a:extLst>
                </a:gridCol>
                <a:gridCol w="3077912">
                  <a:extLst>
                    <a:ext uri="{9D8B030D-6E8A-4147-A177-3AD203B41FA5}">
                      <a16:colId xmlns:a16="http://schemas.microsoft.com/office/drawing/2014/main" val="3995685918"/>
                    </a:ext>
                  </a:extLst>
                </a:gridCol>
              </a:tblGrid>
              <a:tr h="64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cap="none" spc="3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 marL="0" marR="16471" marT="82355" marB="8235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cap="none" spc="30">
                          <a:solidFill>
                            <a:schemeClr val="tx1"/>
                          </a:solidFill>
                        </a:rPr>
                        <a:t>Ratio</a:t>
                      </a:r>
                    </a:p>
                  </a:txBody>
                  <a:tcPr marL="0" marR="16471" marT="82355" marB="8235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cap="none" spc="30">
                          <a:solidFill>
                            <a:schemeClr val="tx1"/>
                          </a:solidFill>
                        </a:rPr>
                        <a:t>Speed</a:t>
                      </a:r>
                    </a:p>
                  </a:txBody>
                  <a:tcPr marL="0" marR="16471" marT="82355" marB="8235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cap="none" spc="3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 marL="0" marR="16471" marT="82355" marB="8235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cap="none" spc="30" dirty="0">
                          <a:solidFill>
                            <a:schemeClr val="tx1"/>
                          </a:solidFill>
                        </a:rPr>
                        <a:t>Error Tolerance</a:t>
                      </a:r>
                    </a:p>
                  </a:txBody>
                  <a:tcPr marL="0" marR="16471" marT="82355" marB="8235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412544"/>
                  </a:ext>
                </a:extLst>
              </a:tr>
              <a:tr h="536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DNACompress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Very Low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872415"/>
                  </a:ext>
                </a:extLst>
              </a:tr>
              <a:tr h="536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BioCODE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Medium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Medium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Medium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Low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478530"/>
                  </a:ext>
                </a:extLst>
              </a:tr>
              <a:tr h="536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DNABIT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Very High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Very High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0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563626"/>
                  </a:ext>
                </a:extLst>
              </a:tr>
              <a:tr h="536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Quantum-DNA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Low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cap="none" spc="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IN" sz="2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82355" marR="158692" marT="82355" marB="82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855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221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F495-3FDE-30A8-5C59-C44703B6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6282266" cy="1456267"/>
          </a:xfrm>
        </p:spPr>
        <p:txBody>
          <a:bodyPr>
            <a:normAutofit/>
          </a:bodyPr>
          <a:lstStyle/>
          <a:p>
            <a:r>
              <a:rPr lang="en-US" dirty="0"/>
              <a:t>Where Each Algorithm is Best?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D8201-046B-8D1C-025C-AAEB18698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282266" cy="3649133"/>
          </a:xfrm>
        </p:spPr>
        <p:txBody>
          <a:bodyPr>
            <a:normAutofit/>
          </a:bodyPr>
          <a:lstStyle/>
          <a:p>
            <a:r>
              <a:rPr lang="en-IN" b="1" dirty="0" err="1"/>
              <a:t>DNACompress</a:t>
            </a:r>
            <a:r>
              <a:rPr lang="en-IN" b="1" dirty="0"/>
              <a:t>:</a:t>
            </a:r>
            <a:r>
              <a:rPr lang="en-IN" dirty="0"/>
              <a:t> Good for repetitive DNA</a:t>
            </a:r>
          </a:p>
          <a:p>
            <a:r>
              <a:rPr lang="en-IN" b="1" dirty="0" err="1"/>
              <a:t>BioCODE</a:t>
            </a:r>
            <a:r>
              <a:rPr lang="en-IN" b="1" dirty="0"/>
              <a:t>:</a:t>
            </a:r>
            <a:r>
              <a:rPr lang="en-IN" dirty="0"/>
              <a:t> Good for gene-rich sequences</a:t>
            </a:r>
          </a:p>
          <a:p>
            <a:r>
              <a:rPr lang="en-IN" b="1" dirty="0"/>
              <a:t>DNABIT Compress:</a:t>
            </a:r>
            <a:r>
              <a:rPr lang="en-IN" dirty="0"/>
              <a:t> Best for large-scale genomic storage</a:t>
            </a:r>
          </a:p>
          <a:p>
            <a:r>
              <a:rPr lang="en-IN" b="1" dirty="0"/>
              <a:t>Quantum-DNA Hybrid:</a:t>
            </a:r>
            <a:r>
              <a:rPr lang="en-IN" dirty="0"/>
              <a:t> Best for noisy data and long-term storage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BB57E37D-70D7-68B0-7254-05A235B25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0936" y="1668042"/>
            <a:ext cx="3445714" cy="344571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5598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D6843-A243-8405-A956-77B09EF9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33400"/>
            <a:ext cx="10820400" cy="1177092"/>
          </a:xfrm>
        </p:spPr>
        <p:txBody>
          <a:bodyPr anchor="b">
            <a:normAutofit/>
          </a:bodyPr>
          <a:lstStyle/>
          <a:p>
            <a:pPr algn="ctr"/>
            <a:r>
              <a:rPr lang="en-IN" sz="4400"/>
              <a:t>Strengths of Codon-Helix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1850077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5F581-F007-7327-0B21-072ED9BFD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43892"/>
            <a:ext cx="10820400" cy="354730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/>
              <a:t>The proposed Codon-Helix framework features:</a:t>
            </a:r>
          </a:p>
          <a:p>
            <a:r>
              <a:rPr lang="en-US" sz="2000"/>
              <a:t>Dual-stream processing (pattern + triplet stream)</a:t>
            </a:r>
          </a:p>
          <a:p>
            <a:r>
              <a:rPr lang="en-US" sz="2000"/>
              <a:t>Codon-based grouping</a:t>
            </a:r>
          </a:p>
          <a:p>
            <a:r>
              <a:rPr lang="en-US" sz="2000"/>
              <a:t>Motif-aware encoding</a:t>
            </a:r>
          </a:p>
          <a:p>
            <a:r>
              <a:rPr lang="en-US" sz="2000"/>
              <a:t>Built-in error correction</a:t>
            </a:r>
          </a:p>
          <a:p>
            <a:r>
              <a:rPr lang="en-US" sz="2000"/>
              <a:t>High resilience and flexibility</a:t>
            </a:r>
          </a:p>
          <a:p>
            <a:pPr marL="0" indent="0">
              <a:buNone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584016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BA653-F735-A07A-9F22-FF5CA447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33400"/>
            <a:ext cx="10820400" cy="1177092"/>
          </a:xfrm>
        </p:spPr>
        <p:txBody>
          <a:bodyPr anchor="b">
            <a:normAutofit/>
          </a:bodyPr>
          <a:lstStyle/>
          <a:p>
            <a:pPr algn="ctr"/>
            <a:r>
              <a:rPr lang="en-IN" sz="4400"/>
              <a:t>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1850077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0311BF2-5D0C-28A5-52A2-6129CAF1A9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243892"/>
            <a:ext cx="10820400" cy="35473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DNA compression is essential for genomics and bioinformatics.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DNABIT gives the best compression performance.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Quantum-DNA Hybrid gives best error tolerance.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Codon-Helix offers a balanced, future-oriented approach that combines biological structure and error control.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840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16</TotalTime>
  <Words>663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Celestial</vt:lpstr>
      <vt:lpstr>Codon-Helix: A DNA-Inspired Dual-Stream Triplet-Based Compression Algorithm with Intrinsic Fault Tolerance</vt:lpstr>
      <vt:lpstr>Introduction</vt:lpstr>
      <vt:lpstr>What Makes DNA Unique?</vt:lpstr>
      <vt:lpstr>Need for DNA Compression</vt:lpstr>
      <vt:lpstr>Project Objective</vt:lpstr>
      <vt:lpstr>Algorithms Compared</vt:lpstr>
      <vt:lpstr>Algorithm 1: DNACompress</vt:lpstr>
      <vt:lpstr>Algorithm 2: BioCODE</vt:lpstr>
      <vt:lpstr>Algorithm 3: DNABIT Compress</vt:lpstr>
      <vt:lpstr>Algorithm 4: Quantum-DNA Hybrid (Proposed)</vt:lpstr>
      <vt:lpstr>Compression Ratio Results</vt:lpstr>
      <vt:lpstr>Visual Summary Table</vt:lpstr>
      <vt:lpstr>Where Each Algorithm is Best?</vt:lpstr>
      <vt:lpstr>Strengths of Codon-Helix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Smaranika Dutta</dc:creator>
  <cp:lastModifiedBy>Smaranika Dutta</cp:lastModifiedBy>
  <cp:revision>1</cp:revision>
  <dcterms:created xsi:type="dcterms:W3CDTF">2025-11-13T07:40:52Z</dcterms:created>
  <dcterms:modified xsi:type="dcterms:W3CDTF">2025-11-13T07:56:56Z</dcterms:modified>
</cp:coreProperties>
</file>